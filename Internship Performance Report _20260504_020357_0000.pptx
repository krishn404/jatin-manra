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libri (MS)" charset="1" panose="020F0502020204030204"/>
      <p:regular r:id="rId31"/>
    </p:embeddedFont>
    <p:embeddedFont>
      <p:font typeface="Arial Bold" charset="1" panose="020B0704020202020204"/>
      <p:regular r:id="rId32"/>
    </p:embeddedFont>
    <p:embeddedFont>
      <p:font typeface="Courier New" charset="1" panose="02070309020205020404"/>
      <p:regular r:id="rId33"/>
    </p:embeddedFont>
    <p:embeddedFont>
      <p:font typeface="Canva Sans Bold" charset="1" panose="020B0803030501040103"/>
      <p:regular r:id="rId34"/>
    </p:embeddedFont>
    <p:embeddedFont>
      <p:font typeface="Canva Sans" charset="1" panose="020B0503030501040103"/>
      <p:regular r:id="rId35"/>
    </p:embeddedFont>
    <p:embeddedFont>
      <p:font typeface="Courier New Bold" charset="1" panose="02070609020205020404"/>
      <p:regular r:id="rId37"/>
    </p:embeddedFont>
    <p:embeddedFont>
      <p:font typeface="Calibri (MS) Bold" charset="1" panose="020F0702030404030204"/>
      <p:regular r:id="rId41"/>
    </p:embeddedFont>
    <p:embeddedFont>
      <p:font typeface="Courier New Bold Italics" charset="1" panose="02070609020205090404"/>
      <p:regular r:id="rId44"/>
    </p:embeddedFont>
    <p:embeddedFont>
      <p:font typeface="Arial" charset="1" panose="020B0604020202020204"/>
      <p:regular r:id="rId45"/>
    </p:embeddedFont>
    <p:embeddedFont>
      <p:font typeface="Calibri (MS) Italics" charset="1" panose="020F05020202040A0204"/>
      <p:regular r:id="rId46"/>
    </p:embeddedFont>
    <p:embeddedFont>
      <p:font typeface="Courier New Italics" charset="1" panose="020704090202050904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Slides/notesSlide8.xml" Type="http://schemas.openxmlformats.org/officeDocument/2006/relationships/notesSlide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1303" y="-12697"/>
            <a:ext cx="9169403" cy="10312403"/>
            <a:chOff x="0" y="0"/>
            <a:chExt cx="12225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3732890"/>
                  </a:lnTo>
                  <a:cubicBezTo>
                    <a:pt x="12225782" y="13742290"/>
                    <a:pt x="12218162" y="13749782"/>
                    <a:pt x="122088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2208891" y="13716000"/>
                  </a:lnTo>
                  <a:lnTo>
                    <a:pt x="12208891" y="13732890"/>
                  </a:lnTo>
                  <a:lnTo>
                    <a:pt x="12192000" y="13732890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1703" y="901703"/>
            <a:ext cx="5146043" cy="537467"/>
            <a:chOff x="0" y="0"/>
            <a:chExt cx="6861391" cy="7166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61301" cy="716536"/>
            </a:xfrm>
            <a:custGeom>
              <a:avLst/>
              <a:gdLst/>
              <a:ahLst/>
              <a:cxnLst/>
              <a:rect r="r" b="b" t="t" l="l"/>
              <a:pathLst>
                <a:path h="7165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699643"/>
                  </a:lnTo>
                  <a:cubicBezTo>
                    <a:pt x="6861301" y="709041"/>
                    <a:pt x="6853682" y="716534"/>
                    <a:pt x="684441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6844411" y="682752"/>
                  </a:lnTo>
                  <a:lnTo>
                    <a:pt x="6844411" y="699643"/>
                  </a:lnTo>
                  <a:lnTo>
                    <a:pt x="6827520" y="6996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14400"/>
            <a:ext cx="5120640" cy="512064"/>
            <a:chOff x="0" y="0"/>
            <a:chExt cx="68275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170FF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8275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spc="400">
                  <a:solidFill>
                    <a:srgbClr val="517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INTERNSHIP PERFORMANCE REPORT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586198"/>
            <a:ext cx="7680960" cy="5967127"/>
            <a:chOff x="0" y="0"/>
            <a:chExt cx="10241280" cy="7956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7956169"/>
            </a:xfrm>
            <a:custGeom>
              <a:avLst/>
              <a:gdLst/>
              <a:ahLst/>
              <a:cxnLst/>
              <a:rect r="r" b="b" t="t" l="l"/>
              <a:pathLst>
                <a:path h="795616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956169"/>
                  </a:lnTo>
                  <a:lnTo>
                    <a:pt x="0" y="79561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755" t="0" r="-47755" b="192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71450"/>
              <a:ext cx="10241280" cy="7784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056"/>
                </a:lnSpc>
              </a:pPr>
              <a:r>
                <a:rPr lang="en-US" sz="12800" b="true">
                  <a:solidFill>
                    <a:srgbClr val="F5F0E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INTERN-</a:t>
              </a:r>
            </a:p>
            <a:p>
              <a:pPr algn="l">
                <a:lnSpc>
                  <a:spcPts val="13056"/>
                </a:lnSpc>
              </a:pPr>
              <a:r>
                <a:rPr lang="en-US" sz="12800" b="true">
                  <a:solidFill>
                    <a:srgbClr val="F5F0E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SHIP</a:t>
              </a:r>
            </a:p>
            <a:p>
              <a:pPr algn="l">
                <a:lnSpc>
                  <a:spcPts val="13056"/>
                </a:lnSpc>
              </a:pPr>
              <a:r>
                <a:rPr lang="en-US" sz="12800" b="true">
                  <a:solidFill>
                    <a:srgbClr val="F5F0E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REPORT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229600"/>
            <a:ext cx="7680960" cy="548640"/>
            <a:chOff x="0" y="0"/>
            <a:chExt cx="102412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2412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spc="199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FEB 19 – APR 30, 2026  ·  HASHTAG AGENCY  ·  PANCHKULA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9760" y="914400"/>
            <a:ext cx="8229600" cy="7484965"/>
            <a:chOff x="0" y="0"/>
            <a:chExt cx="10972800" cy="99799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9979954"/>
            </a:xfrm>
            <a:custGeom>
              <a:avLst/>
              <a:gdLst/>
              <a:ahLst/>
              <a:cxnLst/>
              <a:rect r="r" b="b" t="t" l="l"/>
              <a:pathLst>
                <a:path h="997995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979954"/>
                  </a:lnTo>
                  <a:lnTo>
                    <a:pt x="0" y="9979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315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14300"/>
              <a:ext cx="10972800" cy="9865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976"/>
                </a:lnSpc>
              </a:pPr>
              <a:r>
                <a:rPr lang="en-US" sz="8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TWO</a:t>
              </a:r>
            </a:p>
            <a:p>
              <a:pPr algn="l">
                <a:lnSpc>
                  <a:spcPts val="8976"/>
                </a:lnSpc>
              </a:pPr>
              <a:r>
                <a:rPr lang="en-US" sz="8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MONTHS.</a:t>
              </a:r>
            </a:p>
            <a:p>
              <a:pPr algn="l">
                <a:lnSpc>
                  <a:spcPts val="8976"/>
                </a:lnSpc>
              </a:pPr>
              <a:r>
                <a:rPr lang="en-US" sz="8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</a:t>
              </a:r>
            </a:p>
            <a:p>
              <a:pPr algn="l">
                <a:lnSpc>
                  <a:spcPts val="8975"/>
                </a:lnSpc>
              </a:pPr>
              <a:r>
                <a:rPr lang="en-US" sz="8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INTERN.</a:t>
              </a:r>
            </a:p>
            <a:p>
              <a:pPr algn="l">
                <a:lnSpc>
                  <a:spcPts val="8975"/>
                </a:lnSpc>
              </a:pPr>
              <a:r>
                <a:rPr lang="en-US" sz="8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MANY </a:t>
              </a:r>
            </a:p>
            <a:p>
              <a:pPr algn="l">
                <a:lnSpc>
                  <a:spcPts val="8976"/>
                </a:lnSpc>
              </a:pPr>
              <a:r>
                <a:rPr lang="en-US" sz="8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ROLES.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0" y="7485383"/>
            <a:ext cx="8229600" cy="2743200"/>
            <a:chOff x="0" y="0"/>
            <a:chExt cx="1097280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33350"/>
              <a:ext cx="10972800" cy="3790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1800">
                  <a:solidFill>
                    <a:srgbClr val="BBBB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Content · Ads · Production · Strategy</a:t>
              </a:r>
            </a:p>
            <a:p>
              <a:pPr algn="l">
                <a:lnSpc>
                  <a:spcPts val="3456"/>
                </a:lnSpc>
              </a:pPr>
              <a:r>
                <a:rPr lang="en-US" sz="1800">
                  <a:solidFill>
                    <a:srgbClr val="BBBBB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13+ Industries · 25+ Scripts · 25+ Videos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8856983"/>
            <a:ext cx="1945643" cy="1214123"/>
            <a:chOff x="0" y="0"/>
            <a:chExt cx="2594191" cy="16188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5603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0A06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9410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601851"/>
                  </a:lnTo>
                  <a:cubicBezTo>
                    <a:pt x="2594102" y="1611249"/>
                    <a:pt x="2586482" y="1618742"/>
                    <a:pt x="25772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577211" y="1584960"/>
                  </a:lnTo>
                  <a:lnTo>
                    <a:pt x="2577211" y="1601851"/>
                  </a:lnTo>
                  <a:lnTo>
                    <a:pt x="2560320" y="160185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8888053"/>
            <a:ext cx="1920240" cy="740494"/>
            <a:chOff x="0" y="0"/>
            <a:chExt cx="2560320" cy="9873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0" cy="987326"/>
            </a:xfrm>
            <a:custGeom>
              <a:avLst/>
              <a:gdLst/>
              <a:ahLst/>
              <a:cxnLst/>
              <a:rect r="r" b="b" t="t" l="l"/>
              <a:pathLst>
                <a:path h="98732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82" r="0" b="124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560320" cy="1015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30+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9454896"/>
            <a:ext cx="1920240" cy="365760"/>
            <a:chOff x="0" y="0"/>
            <a:chExt cx="256032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487680"/>
            </a:xfrm>
            <a:custGeom>
              <a:avLst/>
              <a:gdLst/>
              <a:ahLst/>
              <a:cxnLst/>
              <a:rect r="r" b="b" t="t" l="l"/>
              <a:pathLst>
                <a:path h="4876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56032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spc="199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BRANDS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949959" y="8856983"/>
            <a:ext cx="1945643" cy="1214123"/>
            <a:chOff x="0" y="0"/>
            <a:chExt cx="2594191" cy="16188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5603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0A0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9410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601851"/>
                  </a:lnTo>
                  <a:cubicBezTo>
                    <a:pt x="2594102" y="1611249"/>
                    <a:pt x="2586482" y="1618742"/>
                    <a:pt x="25772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577211" y="1584960"/>
                  </a:lnTo>
                  <a:lnTo>
                    <a:pt x="2577211" y="1601851"/>
                  </a:lnTo>
                  <a:lnTo>
                    <a:pt x="2560320" y="160185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962656" y="8983980"/>
            <a:ext cx="1920240" cy="548640"/>
            <a:chOff x="0" y="0"/>
            <a:chExt cx="25603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560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962656" y="9454896"/>
            <a:ext cx="1920240" cy="365760"/>
            <a:chOff x="0" y="0"/>
            <a:chExt cx="256032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0320" cy="487680"/>
            </a:xfrm>
            <a:custGeom>
              <a:avLst/>
              <a:gdLst/>
              <a:ahLst/>
              <a:cxnLst/>
              <a:rect r="r" b="b" t="t" l="l"/>
              <a:pathLst>
                <a:path h="4876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56032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spc="199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DAYS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98215" y="8856983"/>
            <a:ext cx="1945643" cy="1214123"/>
            <a:chOff x="0" y="0"/>
            <a:chExt cx="2594191" cy="16188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5603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0A06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9410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601851"/>
                  </a:lnTo>
                  <a:cubicBezTo>
                    <a:pt x="2594102" y="1611249"/>
                    <a:pt x="2586482" y="1618742"/>
                    <a:pt x="25772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577211" y="1584960"/>
                  </a:lnTo>
                  <a:lnTo>
                    <a:pt x="2577211" y="1601851"/>
                  </a:lnTo>
                  <a:lnTo>
                    <a:pt x="2560320" y="160185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010912" y="8983980"/>
            <a:ext cx="1920240" cy="548640"/>
            <a:chOff x="0" y="0"/>
            <a:chExt cx="25603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2560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1K+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10912" y="9454896"/>
            <a:ext cx="1920240" cy="365760"/>
            <a:chOff x="0" y="0"/>
            <a:chExt cx="256032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487680"/>
            </a:xfrm>
            <a:custGeom>
              <a:avLst/>
              <a:gdLst/>
              <a:ahLst/>
              <a:cxnLst/>
              <a:rect r="r" b="b" t="t" l="l"/>
              <a:pathLst>
                <a:path h="4876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56032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spc="199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LEADS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046471" y="8856983"/>
            <a:ext cx="1945643" cy="1214123"/>
            <a:chOff x="0" y="0"/>
            <a:chExt cx="2594191" cy="16188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5603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0A0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9410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601851"/>
                  </a:lnTo>
                  <a:cubicBezTo>
                    <a:pt x="2594102" y="1611249"/>
                    <a:pt x="2586482" y="1618742"/>
                    <a:pt x="25772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577211" y="1584960"/>
                  </a:lnTo>
                  <a:lnTo>
                    <a:pt x="2577211" y="1601851"/>
                  </a:lnTo>
                  <a:lnTo>
                    <a:pt x="2560320" y="160185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059168" y="8983980"/>
            <a:ext cx="1920240" cy="548640"/>
            <a:chOff x="0" y="0"/>
            <a:chExt cx="25603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560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1.8M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059168" y="9454896"/>
            <a:ext cx="1920240" cy="365760"/>
            <a:chOff x="0" y="0"/>
            <a:chExt cx="2560320" cy="487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487680"/>
            </a:xfrm>
            <a:custGeom>
              <a:avLst/>
              <a:gdLst/>
              <a:ahLst/>
              <a:cxnLst/>
              <a:rect r="r" b="b" t="t" l="l"/>
              <a:pathLst>
                <a:path h="4876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56032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spc="199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VIEWS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97271" y="4274503"/>
            <a:ext cx="1389345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PEHLE FORMAL REPORT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46380" y="6216488"/>
            <a:ext cx="12395241" cy="54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1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31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is based on daily tracking and documenting I did in Notion</a:t>
            </a:r>
            <a:r>
              <a:rPr lang="en-US" sz="31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463040" cy="1280160"/>
            <a:chOff x="0" y="0"/>
            <a:chExt cx="19507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072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11680" y="548640"/>
            <a:ext cx="7315200" cy="1097280"/>
            <a:chOff x="0" y="0"/>
            <a:chExt cx="9753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753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Ek Chhota sa Glance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97063" y="1084583"/>
            <a:ext cx="7889243" cy="25403"/>
            <a:chOff x="0" y="0"/>
            <a:chExt cx="1051899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10485120" cy="33909"/>
            </a:xfrm>
            <a:custGeom>
              <a:avLst/>
              <a:gdLst/>
              <a:ahLst/>
              <a:cxnLst/>
              <a:rect r="r" b="b" t="t" l="l"/>
              <a:pathLst>
                <a:path h="33909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1998983"/>
            <a:ext cx="3957323" cy="3134363"/>
            <a:chOff x="0" y="0"/>
            <a:chExt cx="5276431" cy="41791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52425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763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4162171"/>
                  </a:lnTo>
                  <a:cubicBezTo>
                    <a:pt x="5276342" y="4171569"/>
                    <a:pt x="5268722" y="4179062"/>
                    <a:pt x="52594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259451" y="4145280"/>
                  </a:lnTo>
                  <a:lnTo>
                    <a:pt x="5259451" y="4162171"/>
                  </a:lnTo>
                  <a:lnTo>
                    <a:pt x="5242560" y="41621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8823" y="4833623"/>
            <a:ext cx="3957323" cy="299723"/>
            <a:chOff x="0" y="0"/>
            <a:chExt cx="5276431" cy="3996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242560" cy="365760"/>
            </a:xfrm>
            <a:custGeom>
              <a:avLst/>
              <a:gdLst/>
              <a:ahLst/>
              <a:cxnLst/>
              <a:rect r="r" b="b" t="t" l="l"/>
              <a:pathLst>
                <a:path h="3657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76342" cy="399544"/>
            </a:xfrm>
            <a:custGeom>
              <a:avLst/>
              <a:gdLst/>
              <a:ahLst/>
              <a:cxnLst/>
              <a:rect r="r" b="b" t="t" l="l"/>
              <a:pathLst>
                <a:path h="39954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82651"/>
                  </a:lnTo>
                  <a:cubicBezTo>
                    <a:pt x="5276342" y="392049"/>
                    <a:pt x="5268722" y="399542"/>
                    <a:pt x="5259451" y="399542"/>
                  </a:cubicBezTo>
                  <a:lnTo>
                    <a:pt x="16891" y="399542"/>
                  </a:lnTo>
                  <a:cubicBezTo>
                    <a:pt x="7620" y="399669"/>
                    <a:pt x="0" y="392049"/>
                    <a:pt x="0" y="382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2651"/>
                  </a:lnTo>
                  <a:lnTo>
                    <a:pt x="16891" y="382651"/>
                  </a:lnTo>
                  <a:lnTo>
                    <a:pt x="16891" y="365760"/>
                  </a:lnTo>
                  <a:lnTo>
                    <a:pt x="5259451" y="365760"/>
                  </a:lnTo>
                  <a:lnTo>
                    <a:pt x="5259451" y="382651"/>
                  </a:lnTo>
                  <a:lnTo>
                    <a:pt x="5242560" y="3826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2468880"/>
            <a:ext cx="3931920" cy="1490514"/>
            <a:chOff x="0" y="0"/>
            <a:chExt cx="5242560" cy="19873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42560" cy="1987352"/>
            </a:xfrm>
            <a:custGeom>
              <a:avLst/>
              <a:gdLst/>
              <a:ahLst/>
              <a:cxnLst/>
              <a:rect r="r" b="b" t="t" l="l"/>
              <a:pathLst>
                <a:path h="19873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2" r="0" b="-47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24256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30+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4023360"/>
            <a:ext cx="3931920" cy="731520"/>
            <a:chOff x="0" y="0"/>
            <a:chExt cx="52425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2425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1A120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Brands Touched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25063" y="1998983"/>
            <a:ext cx="3957323" cy="3134363"/>
            <a:chOff x="0" y="0"/>
            <a:chExt cx="5276431" cy="41791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52425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763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4162171"/>
                  </a:lnTo>
                  <a:cubicBezTo>
                    <a:pt x="5276342" y="4171569"/>
                    <a:pt x="5268722" y="4179062"/>
                    <a:pt x="52594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259451" y="4145280"/>
                  </a:lnTo>
                  <a:lnTo>
                    <a:pt x="5259451" y="4162171"/>
                  </a:lnTo>
                  <a:lnTo>
                    <a:pt x="5242560" y="41621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925063" y="4833623"/>
            <a:ext cx="3957323" cy="299723"/>
            <a:chOff x="0" y="0"/>
            <a:chExt cx="5276431" cy="3996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5242560" cy="365760"/>
            </a:xfrm>
            <a:custGeom>
              <a:avLst/>
              <a:gdLst/>
              <a:ahLst/>
              <a:cxnLst/>
              <a:rect r="r" b="b" t="t" l="l"/>
              <a:pathLst>
                <a:path h="3657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76342" cy="399544"/>
            </a:xfrm>
            <a:custGeom>
              <a:avLst/>
              <a:gdLst/>
              <a:ahLst/>
              <a:cxnLst/>
              <a:rect r="r" b="b" t="t" l="l"/>
              <a:pathLst>
                <a:path h="39954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82651"/>
                  </a:lnTo>
                  <a:cubicBezTo>
                    <a:pt x="5276342" y="392049"/>
                    <a:pt x="5268722" y="399542"/>
                    <a:pt x="5259451" y="399542"/>
                  </a:cubicBezTo>
                  <a:lnTo>
                    <a:pt x="16891" y="399542"/>
                  </a:lnTo>
                  <a:cubicBezTo>
                    <a:pt x="7620" y="399669"/>
                    <a:pt x="0" y="392049"/>
                    <a:pt x="0" y="382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2651"/>
                  </a:lnTo>
                  <a:lnTo>
                    <a:pt x="16891" y="382651"/>
                  </a:lnTo>
                  <a:lnTo>
                    <a:pt x="16891" y="365760"/>
                  </a:lnTo>
                  <a:lnTo>
                    <a:pt x="5259451" y="365760"/>
                  </a:lnTo>
                  <a:lnTo>
                    <a:pt x="5259451" y="382651"/>
                  </a:lnTo>
                  <a:lnTo>
                    <a:pt x="5242560" y="3826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937760" y="2468880"/>
            <a:ext cx="3931920" cy="1463040"/>
            <a:chOff x="0" y="0"/>
            <a:chExt cx="5242560" cy="1950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" r="0" b="-236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524256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37760" y="4023360"/>
            <a:ext cx="3931920" cy="731520"/>
            <a:chOff x="0" y="0"/>
            <a:chExt cx="524256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2425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Working Days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31303" y="1998983"/>
            <a:ext cx="3957323" cy="3134363"/>
            <a:chOff x="0" y="0"/>
            <a:chExt cx="5276431" cy="4179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52425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763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4162171"/>
                  </a:lnTo>
                  <a:cubicBezTo>
                    <a:pt x="5276342" y="4171569"/>
                    <a:pt x="5268722" y="4179062"/>
                    <a:pt x="52594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259451" y="4145280"/>
                  </a:lnTo>
                  <a:lnTo>
                    <a:pt x="5259451" y="4162171"/>
                  </a:lnTo>
                  <a:lnTo>
                    <a:pt x="5242560" y="41621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31303" y="4833623"/>
            <a:ext cx="3957323" cy="299723"/>
            <a:chOff x="0" y="0"/>
            <a:chExt cx="5276431" cy="3996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5242560" cy="365760"/>
            </a:xfrm>
            <a:custGeom>
              <a:avLst/>
              <a:gdLst/>
              <a:ahLst/>
              <a:cxnLst/>
              <a:rect r="r" b="b" t="t" l="l"/>
              <a:pathLst>
                <a:path h="3657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76342" cy="399544"/>
            </a:xfrm>
            <a:custGeom>
              <a:avLst/>
              <a:gdLst/>
              <a:ahLst/>
              <a:cxnLst/>
              <a:rect r="r" b="b" t="t" l="l"/>
              <a:pathLst>
                <a:path h="39954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82651"/>
                  </a:lnTo>
                  <a:cubicBezTo>
                    <a:pt x="5276342" y="392049"/>
                    <a:pt x="5268722" y="399542"/>
                    <a:pt x="5259451" y="399542"/>
                  </a:cubicBezTo>
                  <a:lnTo>
                    <a:pt x="16891" y="399542"/>
                  </a:lnTo>
                  <a:cubicBezTo>
                    <a:pt x="7620" y="399669"/>
                    <a:pt x="0" y="392049"/>
                    <a:pt x="0" y="382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2651"/>
                  </a:lnTo>
                  <a:lnTo>
                    <a:pt x="16891" y="382651"/>
                  </a:lnTo>
                  <a:lnTo>
                    <a:pt x="16891" y="365760"/>
                  </a:lnTo>
                  <a:lnTo>
                    <a:pt x="5259451" y="365760"/>
                  </a:lnTo>
                  <a:lnTo>
                    <a:pt x="5259451" y="382651"/>
                  </a:lnTo>
                  <a:lnTo>
                    <a:pt x="5242560" y="3826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0" y="2468880"/>
            <a:ext cx="3931920" cy="1463040"/>
            <a:chOff x="0" y="0"/>
            <a:chExt cx="524256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" r="0" b="-236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524256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13+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0" y="4023360"/>
            <a:ext cx="3931920" cy="731520"/>
            <a:chOff x="0" y="0"/>
            <a:chExt cx="524256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2425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Industries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337543" y="1998983"/>
            <a:ext cx="3957323" cy="3134363"/>
            <a:chOff x="0" y="0"/>
            <a:chExt cx="5276431" cy="4179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52425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763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4162171"/>
                  </a:lnTo>
                  <a:cubicBezTo>
                    <a:pt x="5276342" y="4171569"/>
                    <a:pt x="5268722" y="4179062"/>
                    <a:pt x="52594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259451" y="4145280"/>
                  </a:lnTo>
                  <a:lnTo>
                    <a:pt x="5259451" y="4162171"/>
                  </a:lnTo>
                  <a:lnTo>
                    <a:pt x="5242560" y="41621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337543" y="4833623"/>
            <a:ext cx="3957323" cy="299723"/>
            <a:chOff x="0" y="0"/>
            <a:chExt cx="5276431" cy="3996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242560" cy="365760"/>
            </a:xfrm>
            <a:custGeom>
              <a:avLst/>
              <a:gdLst/>
              <a:ahLst/>
              <a:cxnLst/>
              <a:rect r="r" b="b" t="t" l="l"/>
              <a:pathLst>
                <a:path h="3657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76342" cy="399544"/>
            </a:xfrm>
            <a:custGeom>
              <a:avLst/>
              <a:gdLst/>
              <a:ahLst/>
              <a:cxnLst/>
              <a:rect r="r" b="b" t="t" l="l"/>
              <a:pathLst>
                <a:path h="39954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82651"/>
                  </a:lnTo>
                  <a:cubicBezTo>
                    <a:pt x="5276342" y="392049"/>
                    <a:pt x="5268722" y="399542"/>
                    <a:pt x="5259451" y="399542"/>
                  </a:cubicBezTo>
                  <a:lnTo>
                    <a:pt x="16891" y="399542"/>
                  </a:lnTo>
                  <a:cubicBezTo>
                    <a:pt x="7620" y="399669"/>
                    <a:pt x="0" y="392049"/>
                    <a:pt x="0" y="382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2651"/>
                  </a:lnTo>
                  <a:lnTo>
                    <a:pt x="16891" y="382651"/>
                  </a:lnTo>
                  <a:lnTo>
                    <a:pt x="16891" y="365760"/>
                  </a:lnTo>
                  <a:lnTo>
                    <a:pt x="5259451" y="365760"/>
                  </a:lnTo>
                  <a:lnTo>
                    <a:pt x="5259451" y="382651"/>
                  </a:lnTo>
                  <a:lnTo>
                    <a:pt x="5242560" y="3826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350240" y="2468880"/>
            <a:ext cx="3931920" cy="1463040"/>
            <a:chOff x="0" y="0"/>
            <a:chExt cx="5242560" cy="1950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" r="0" b="-236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524256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350240" y="4023360"/>
            <a:ext cx="3931920" cy="731520"/>
            <a:chOff x="0" y="0"/>
            <a:chExt cx="524256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2425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Cities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18823" y="5656583"/>
            <a:ext cx="3957323" cy="3134363"/>
            <a:chOff x="0" y="0"/>
            <a:chExt cx="5276431" cy="41791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52425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763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4162171"/>
                  </a:lnTo>
                  <a:cubicBezTo>
                    <a:pt x="5276342" y="4171569"/>
                    <a:pt x="5268722" y="4179062"/>
                    <a:pt x="52594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259451" y="4145280"/>
                  </a:lnTo>
                  <a:lnTo>
                    <a:pt x="5259451" y="4162171"/>
                  </a:lnTo>
                  <a:lnTo>
                    <a:pt x="5242560" y="41621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18823" y="8491223"/>
            <a:ext cx="3957323" cy="299723"/>
            <a:chOff x="0" y="0"/>
            <a:chExt cx="5276431" cy="39963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242560" cy="365760"/>
            </a:xfrm>
            <a:custGeom>
              <a:avLst/>
              <a:gdLst/>
              <a:ahLst/>
              <a:cxnLst/>
              <a:rect r="r" b="b" t="t" l="l"/>
              <a:pathLst>
                <a:path h="3657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76342" cy="399544"/>
            </a:xfrm>
            <a:custGeom>
              <a:avLst/>
              <a:gdLst/>
              <a:ahLst/>
              <a:cxnLst/>
              <a:rect r="r" b="b" t="t" l="l"/>
              <a:pathLst>
                <a:path h="39954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82651"/>
                  </a:lnTo>
                  <a:cubicBezTo>
                    <a:pt x="5276342" y="392049"/>
                    <a:pt x="5268722" y="399542"/>
                    <a:pt x="5259451" y="399542"/>
                  </a:cubicBezTo>
                  <a:lnTo>
                    <a:pt x="16891" y="399542"/>
                  </a:lnTo>
                  <a:cubicBezTo>
                    <a:pt x="7620" y="399669"/>
                    <a:pt x="0" y="392049"/>
                    <a:pt x="0" y="382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2651"/>
                  </a:lnTo>
                  <a:lnTo>
                    <a:pt x="16891" y="382651"/>
                  </a:lnTo>
                  <a:lnTo>
                    <a:pt x="16891" y="365760"/>
                  </a:lnTo>
                  <a:lnTo>
                    <a:pt x="5259451" y="365760"/>
                  </a:lnTo>
                  <a:lnTo>
                    <a:pt x="5259451" y="382651"/>
                  </a:lnTo>
                  <a:lnTo>
                    <a:pt x="5242560" y="3826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31520" y="6126480"/>
            <a:ext cx="3931920" cy="1463040"/>
            <a:chOff x="0" y="0"/>
            <a:chExt cx="5242560" cy="1950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" r="0" b="-236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524256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1,014+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31520" y="7680960"/>
            <a:ext cx="3931920" cy="731520"/>
            <a:chOff x="0" y="0"/>
            <a:chExt cx="5242560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52425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Total Leads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925063" y="5656583"/>
            <a:ext cx="3957323" cy="3134363"/>
            <a:chOff x="0" y="0"/>
            <a:chExt cx="5276431" cy="417915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52425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763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4162171"/>
                  </a:lnTo>
                  <a:cubicBezTo>
                    <a:pt x="5276342" y="4171569"/>
                    <a:pt x="5268722" y="4179062"/>
                    <a:pt x="52594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259451" y="4145280"/>
                  </a:lnTo>
                  <a:lnTo>
                    <a:pt x="5259451" y="4162171"/>
                  </a:lnTo>
                  <a:lnTo>
                    <a:pt x="5242560" y="41621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925063" y="8491223"/>
            <a:ext cx="3957323" cy="299723"/>
            <a:chOff x="0" y="0"/>
            <a:chExt cx="5276431" cy="3996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5242560" cy="365760"/>
            </a:xfrm>
            <a:custGeom>
              <a:avLst/>
              <a:gdLst/>
              <a:ahLst/>
              <a:cxnLst/>
              <a:rect r="r" b="b" t="t" l="l"/>
              <a:pathLst>
                <a:path h="3657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76342" cy="399544"/>
            </a:xfrm>
            <a:custGeom>
              <a:avLst/>
              <a:gdLst/>
              <a:ahLst/>
              <a:cxnLst/>
              <a:rect r="r" b="b" t="t" l="l"/>
              <a:pathLst>
                <a:path h="39954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82651"/>
                  </a:lnTo>
                  <a:cubicBezTo>
                    <a:pt x="5276342" y="392049"/>
                    <a:pt x="5268722" y="399542"/>
                    <a:pt x="5259451" y="399542"/>
                  </a:cubicBezTo>
                  <a:lnTo>
                    <a:pt x="16891" y="399542"/>
                  </a:lnTo>
                  <a:cubicBezTo>
                    <a:pt x="7620" y="399669"/>
                    <a:pt x="0" y="392049"/>
                    <a:pt x="0" y="382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2651"/>
                  </a:lnTo>
                  <a:lnTo>
                    <a:pt x="16891" y="382651"/>
                  </a:lnTo>
                  <a:lnTo>
                    <a:pt x="16891" y="365760"/>
                  </a:lnTo>
                  <a:lnTo>
                    <a:pt x="5259451" y="365760"/>
                  </a:lnTo>
                  <a:lnTo>
                    <a:pt x="5259451" y="382651"/>
                  </a:lnTo>
                  <a:lnTo>
                    <a:pt x="5242560" y="3826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937760" y="6126480"/>
            <a:ext cx="3931920" cy="1463040"/>
            <a:chOff x="0" y="0"/>
            <a:chExt cx="5242560" cy="19507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" r="0" b="-236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24256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10+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4937760" y="7680960"/>
            <a:ext cx="3931920" cy="731520"/>
            <a:chOff x="0" y="0"/>
            <a:chExt cx="524256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52425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Campaigns Run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131303" y="5656583"/>
            <a:ext cx="3957323" cy="3134363"/>
            <a:chOff x="0" y="0"/>
            <a:chExt cx="5276431" cy="417915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52425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2763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4162171"/>
                  </a:lnTo>
                  <a:cubicBezTo>
                    <a:pt x="5276342" y="4171569"/>
                    <a:pt x="5268722" y="4179062"/>
                    <a:pt x="52594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259451" y="4145280"/>
                  </a:lnTo>
                  <a:lnTo>
                    <a:pt x="5259451" y="4162171"/>
                  </a:lnTo>
                  <a:lnTo>
                    <a:pt x="5242560" y="41621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131303" y="8491223"/>
            <a:ext cx="3957323" cy="299723"/>
            <a:chOff x="0" y="0"/>
            <a:chExt cx="5276431" cy="39963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5242560" cy="365760"/>
            </a:xfrm>
            <a:custGeom>
              <a:avLst/>
              <a:gdLst/>
              <a:ahLst/>
              <a:cxnLst/>
              <a:rect r="r" b="b" t="t" l="l"/>
              <a:pathLst>
                <a:path h="3657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76342" cy="399544"/>
            </a:xfrm>
            <a:custGeom>
              <a:avLst/>
              <a:gdLst/>
              <a:ahLst/>
              <a:cxnLst/>
              <a:rect r="r" b="b" t="t" l="l"/>
              <a:pathLst>
                <a:path h="39954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82651"/>
                  </a:lnTo>
                  <a:cubicBezTo>
                    <a:pt x="5276342" y="392049"/>
                    <a:pt x="5268722" y="399542"/>
                    <a:pt x="5259451" y="399542"/>
                  </a:cubicBezTo>
                  <a:lnTo>
                    <a:pt x="16891" y="399542"/>
                  </a:lnTo>
                  <a:cubicBezTo>
                    <a:pt x="7620" y="399669"/>
                    <a:pt x="0" y="392049"/>
                    <a:pt x="0" y="382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2651"/>
                  </a:lnTo>
                  <a:lnTo>
                    <a:pt x="16891" y="382651"/>
                  </a:lnTo>
                  <a:lnTo>
                    <a:pt x="16891" y="365760"/>
                  </a:lnTo>
                  <a:lnTo>
                    <a:pt x="5259451" y="365760"/>
                  </a:lnTo>
                  <a:lnTo>
                    <a:pt x="5259451" y="382651"/>
                  </a:lnTo>
                  <a:lnTo>
                    <a:pt x="5242560" y="3826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144000" y="6126480"/>
            <a:ext cx="3931920" cy="1463040"/>
            <a:chOff x="0" y="0"/>
            <a:chExt cx="5242560" cy="19507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" r="0" b="-236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524256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25+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144000" y="7680960"/>
            <a:ext cx="3931920" cy="731520"/>
            <a:chOff x="0" y="0"/>
            <a:chExt cx="5242560" cy="9753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52425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Scripts Written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337543" y="5656583"/>
            <a:ext cx="3957323" cy="3134363"/>
            <a:chOff x="0" y="0"/>
            <a:chExt cx="5276431" cy="417915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52425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763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4162171"/>
                  </a:lnTo>
                  <a:cubicBezTo>
                    <a:pt x="5276342" y="4171569"/>
                    <a:pt x="5268722" y="4179062"/>
                    <a:pt x="52594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259451" y="4145280"/>
                  </a:lnTo>
                  <a:lnTo>
                    <a:pt x="5259451" y="4162171"/>
                  </a:lnTo>
                  <a:lnTo>
                    <a:pt x="5242560" y="41621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337543" y="8491223"/>
            <a:ext cx="3957323" cy="299723"/>
            <a:chOff x="0" y="0"/>
            <a:chExt cx="5276431" cy="39963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5242560" cy="365760"/>
            </a:xfrm>
            <a:custGeom>
              <a:avLst/>
              <a:gdLst/>
              <a:ahLst/>
              <a:cxnLst/>
              <a:rect r="r" b="b" t="t" l="l"/>
              <a:pathLst>
                <a:path h="3657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276342" cy="399544"/>
            </a:xfrm>
            <a:custGeom>
              <a:avLst/>
              <a:gdLst/>
              <a:ahLst/>
              <a:cxnLst/>
              <a:rect r="r" b="b" t="t" l="l"/>
              <a:pathLst>
                <a:path h="39954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82651"/>
                  </a:lnTo>
                  <a:cubicBezTo>
                    <a:pt x="5276342" y="392049"/>
                    <a:pt x="5268722" y="399542"/>
                    <a:pt x="5259451" y="399542"/>
                  </a:cubicBezTo>
                  <a:lnTo>
                    <a:pt x="16891" y="399542"/>
                  </a:lnTo>
                  <a:cubicBezTo>
                    <a:pt x="7620" y="399669"/>
                    <a:pt x="0" y="392049"/>
                    <a:pt x="0" y="382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2651"/>
                  </a:lnTo>
                  <a:lnTo>
                    <a:pt x="16891" y="382651"/>
                  </a:lnTo>
                  <a:lnTo>
                    <a:pt x="16891" y="365760"/>
                  </a:lnTo>
                  <a:lnTo>
                    <a:pt x="5259451" y="365760"/>
                  </a:lnTo>
                  <a:lnTo>
                    <a:pt x="5259451" y="382651"/>
                  </a:lnTo>
                  <a:lnTo>
                    <a:pt x="5242560" y="38265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350240" y="6126480"/>
            <a:ext cx="3931920" cy="1490514"/>
            <a:chOff x="0" y="0"/>
            <a:chExt cx="5242560" cy="19873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242560" cy="1987352"/>
            </a:xfrm>
            <a:custGeom>
              <a:avLst/>
              <a:gdLst/>
              <a:ahLst/>
              <a:cxnLst/>
              <a:rect r="r" b="b" t="t" l="l"/>
              <a:pathLst>
                <a:path h="19873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2" r="0" b="-47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524256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25+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350240" y="7680960"/>
            <a:ext cx="3931920" cy="731520"/>
            <a:chOff x="0" y="0"/>
            <a:chExt cx="5242560" cy="9753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52425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On-Camera Videos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045" y="32220"/>
            <a:ext cx="1463040" cy="1490514"/>
            <a:chOff x="0" y="0"/>
            <a:chExt cx="195072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" cy="1987352"/>
            </a:xfrm>
            <a:custGeom>
              <a:avLst/>
              <a:gdLst/>
              <a:ahLst/>
              <a:cxnLst/>
              <a:rect r="r" b="b" t="t" l="l"/>
              <a:pathLst>
                <a:path h="19873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263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072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11680" y="365760"/>
            <a:ext cx="10972800" cy="914400"/>
            <a:chOff x="0" y="0"/>
            <a:chExt cx="146304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6304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 ALWAYS UPSCALE (</a:t>
              </a:r>
              <a:r>
                <a:rPr lang="en-US" sz="39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MONTH 1 VS MONTH 2)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54663" y="810263"/>
            <a:ext cx="4231643" cy="25403"/>
            <a:chOff x="0" y="0"/>
            <a:chExt cx="564219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5608320" cy="33909"/>
            </a:xfrm>
            <a:custGeom>
              <a:avLst/>
              <a:gdLst/>
              <a:ahLst/>
              <a:cxnLst/>
              <a:rect r="r" b="b" t="t" l="l"/>
              <a:pathLst>
                <a:path h="33909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1541783"/>
            <a:ext cx="8072123" cy="8346443"/>
            <a:chOff x="0" y="0"/>
            <a:chExt cx="10762831" cy="11128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072896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742" cy="11128501"/>
            </a:xfrm>
            <a:custGeom>
              <a:avLst/>
              <a:gdLst/>
              <a:ahLst/>
              <a:cxnLst/>
              <a:rect r="r" b="b" t="t" l="l"/>
              <a:pathLst>
                <a:path h="11128501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1111611"/>
                  </a:lnTo>
                  <a:cubicBezTo>
                    <a:pt x="10762742" y="11121009"/>
                    <a:pt x="10755122" y="11128501"/>
                    <a:pt x="10745851" y="11128501"/>
                  </a:cubicBezTo>
                  <a:lnTo>
                    <a:pt x="16891" y="11128501"/>
                  </a:lnTo>
                  <a:cubicBezTo>
                    <a:pt x="7493" y="11128501"/>
                    <a:pt x="0" y="11120882"/>
                    <a:pt x="0" y="11111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11611"/>
                  </a:lnTo>
                  <a:lnTo>
                    <a:pt x="16891" y="11111611"/>
                  </a:lnTo>
                  <a:lnTo>
                    <a:pt x="16891" y="11094720"/>
                  </a:lnTo>
                  <a:lnTo>
                    <a:pt x="10745851" y="11094720"/>
                  </a:lnTo>
                  <a:lnTo>
                    <a:pt x="10745851" y="11111611"/>
                  </a:lnTo>
                  <a:lnTo>
                    <a:pt x="10728960" y="111116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1737360"/>
            <a:ext cx="7498080" cy="640080"/>
            <a:chOff x="0" y="0"/>
            <a:chExt cx="999744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9974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E8390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MONTH 1 — DAYS 1–28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97063" y="1541783"/>
            <a:ext cx="8072123" cy="8346443"/>
            <a:chOff x="0" y="0"/>
            <a:chExt cx="10762831" cy="111285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072896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2742" cy="11128501"/>
            </a:xfrm>
            <a:custGeom>
              <a:avLst/>
              <a:gdLst/>
              <a:ahLst/>
              <a:cxnLst/>
              <a:rect r="r" b="b" t="t" l="l"/>
              <a:pathLst>
                <a:path h="11128501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1111611"/>
                  </a:lnTo>
                  <a:cubicBezTo>
                    <a:pt x="10762742" y="11121009"/>
                    <a:pt x="10755122" y="11128501"/>
                    <a:pt x="10745851" y="11128501"/>
                  </a:cubicBezTo>
                  <a:lnTo>
                    <a:pt x="16891" y="11128501"/>
                  </a:lnTo>
                  <a:cubicBezTo>
                    <a:pt x="7493" y="11128501"/>
                    <a:pt x="0" y="11120882"/>
                    <a:pt x="0" y="11111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11611"/>
                  </a:lnTo>
                  <a:lnTo>
                    <a:pt x="16891" y="11111611"/>
                  </a:lnTo>
                  <a:lnTo>
                    <a:pt x="16891" y="11094720"/>
                  </a:lnTo>
                  <a:lnTo>
                    <a:pt x="10745851" y="11094720"/>
                  </a:lnTo>
                  <a:lnTo>
                    <a:pt x="10745851" y="11111611"/>
                  </a:lnTo>
                  <a:lnTo>
                    <a:pt x="10728960" y="111116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84080" y="1737360"/>
            <a:ext cx="7498080" cy="640080"/>
            <a:chOff x="0" y="0"/>
            <a:chExt cx="999744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9974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F5A62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MONTH 2 — DAYS 29–56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3143" y="3242567"/>
            <a:ext cx="7523483" cy="25403"/>
            <a:chOff x="0" y="0"/>
            <a:chExt cx="10031311" cy="338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" y="2560320"/>
            <a:ext cx="5120640" cy="640080"/>
            <a:chOff x="0" y="0"/>
            <a:chExt cx="682752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Brands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17920" y="2560320"/>
            <a:ext cx="2011680" cy="640080"/>
            <a:chOff x="0" y="0"/>
            <a:chExt cx="2682240" cy="853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24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71383" y="3242567"/>
            <a:ext cx="7523483" cy="25403"/>
            <a:chOff x="0" y="0"/>
            <a:chExt cx="10031311" cy="338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84080" y="2560320"/>
            <a:ext cx="5120640" cy="640080"/>
            <a:chOff x="0" y="0"/>
            <a:chExt cx="682752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A1208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Brands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996160" y="2560320"/>
            <a:ext cx="2011680" cy="640080"/>
            <a:chOff x="0" y="0"/>
            <a:chExt cx="268224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34+ ↑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3143" y="4102103"/>
            <a:ext cx="7523483" cy="25403"/>
            <a:chOff x="0" y="0"/>
            <a:chExt cx="10031311" cy="338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5840" y="3419856"/>
            <a:ext cx="5120640" cy="640080"/>
            <a:chOff x="0" y="0"/>
            <a:chExt cx="682752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Ads Days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217920" y="3419856"/>
            <a:ext cx="2011680" cy="640080"/>
            <a:chOff x="0" y="0"/>
            <a:chExt cx="26822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71383" y="4102103"/>
            <a:ext cx="7523483" cy="25403"/>
            <a:chOff x="0" y="0"/>
            <a:chExt cx="10031311" cy="338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84080" y="3419856"/>
            <a:ext cx="5120640" cy="640080"/>
            <a:chOff x="0" y="0"/>
            <a:chExt cx="6827520" cy="853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Ads Days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996160" y="3419856"/>
            <a:ext cx="2011680" cy="640080"/>
            <a:chOff x="0" y="0"/>
            <a:chExt cx="268224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25 ↑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93143" y="4961639"/>
            <a:ext cx="7523483" cy="25403"/>
            <a:chOff x="0" y="0"/>
            <a:chExt cx="10031311" cy="338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05840" y="4279392"/>
            <a:ext cx="5120640" cy="640080"/>
            <a:chOff x="0" y="0"/>
            <a:chExt cx="682752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Shoot Days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217920" y="4279392"/>
            <a:ext cx="2011680" cy="640080"/>
            <a:chOff x="0" y="0"/>
            <a:chExt cx="26822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71383" y="4961639"/>
            <a:ext cx="7523483" cy="25403"/>
            <a:chOff x="0" y="0"/>
            <a:chExt cx="10031311" cy="338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784080" y="4279392"/>
            <a:ext cx="5120640" cy="640080"/>
            <a:chOff x="0" y="0"/>
            <a:chExt cx="682752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Shoot Days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996160" y="4279392"/>
            <a:ext cx="2011680" cy="640080"/>
            <a:chOff x="0" y="0"/>
            <a:chExt cx="268224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 ↑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93143" y="5821175"/>
            <a:ext cx="7523483" cy="25403"/>
            <a:chOff x="0" y="0"/>
            <a:chExt cx="10031311" cy="338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05840" y="5138928"/>
            <a:ext cx="5120640" cy="640080"/>
            <a:chOff x="0" y="0"/>
            <a:chExt cx="682752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Script Days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217920" y="5138928"/>
            <a:ext cx="2011680" cy="640080"/>
            <a:chOff x="0" y="0"/>
            <a:chExt cx="2682240" cy="853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771383" y="5821175"/>
            <a:ext cx="7523483" cy="25403"/>
            <a:chOff x="0" y="0"/>
            <a:chExt cx="10031311" cy="3387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784080" y="5138928"/>
            <a:ext cx="5120640" cy="640080"/>
            <a:chOff x="0" y="0"/>
            <a:chExt cx="682752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Script Days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996160" y="5138928"/>
            <a:ext cx="2011680" cy="640080"/>
            <a:chOff x="0" y="0"/>
            <a:chExt cx="268224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b="true" sz="3200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14 →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93143" y="6680711"/>
            <a:ext cx="7523483" cy="25403"/>
            <a:chOff x="0" y="0"/>
            <a:chExt cx="10031311" cy="338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05840" y="5998464"/>
            <a:ext cx="5120640" cy="640080"/>
            <a:chOff x="0" y="0"/>
            <a:chExt cx="6827520" cy="8534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Correction Days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217920" y="5998464"/>
            <a:ext cx="2011680" cy="640080"/>
            <a:chOff x="0" y="0"/>
            <a:chExt cx="268224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771383" y="6680711"/>
            <a:ext cx="7523483" cy="25403"/>
            <a:chOff x="0" y="0"/>
            <a:chExt cx="10031311" cy="3387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784080" y="5998464"/>
            <a:ext cx="5120640" cy="640080"/>
            <a:chOff x="0" y="0"/>
            <a:chExt cx="6827520" cy="8534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Correction Days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996160" y="5998464"/>
            <a:ext cx="2011680" cy="640080"/>
            <a:chOff x="0" y="0"/>
            <a:chExt cx="2682240" cy="8534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b="true" sz="3200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↓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93143" y="7540247"/>
            <a:ext cx="7523483" cy="25403"/>
            <a:chOff x="0" y="0"/>
            <a:chExt cx="10031311" cy="3387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05840" y="6858000"/>
            <a:ext cx="5120640" cy="640080"/>
            <a:chOff x="0" y="0"/>
            <a:chExt cx="682752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Cities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217920" y="6858000"/>
            <a:ext cx="2011680" cy="640080"/>
            <a:chOff x="0" y="0"/>
            <a:chExt cx="2682240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771383" y="7540247"/>
            <a:ext cx="7523483" cy="25403"/>
            <a:chOff x="0" y="0"/>
            <a:chExt cx="10031311" cy="3387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784080" y="6858000"/>
            <a:ext cx="5120640" cy="640080"/>
            <a:chOff x="0" y="0"/>
            <a:chExt cx="6827520" cy="8534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Cities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996160" y="6858000"/>
            <a:ext cx="2011680" cy="640080"/>
            <a:chOff x="0" y="0"/>
            <a:chExt cx="2682240" cy="8534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↑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93143" y="8399783"/>
            <a:ext cx="7523483" cy="25403"/>
            <a:chOff x="0" y="0"/>
            <a:chExt cx="10031311" cy="3387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05840" y="7717536"/>
            <a:ext cx="5120640" cy="640080"/>
            <a:chOff x="0" y="0"/>
            <a:chExt cx="6827520" cy="853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On-Camera Videos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6217920" y="7717536"/>
            <a:ext cx="2011680" cy="640080"/>
            <a:chOff x="0" y="0"/>
            <a:chExt cx="2682240" cy="853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~5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771383" y="8399783"/>
            <a:ext cx="7523483" cy="25403"/>
            <a:chOff x="0" y="0"/>
            <a:chExt cx="10031311" cy="33871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784080" y="7717536"/>
            <a:ext cx="5120640" cy="640080"/>
            <a:chOff x="0" y="0"/>
            <a:chExt cx="6827520" cy="8534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On-Camera Videos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4996160" y="7717536"/>
            <a:ext cx="2011680" cy="640080"/>
            <a:chOff x="0" y="0"/>
            <a:chExt cx="268224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20+ ↑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93143" y="9259319"/>
            <a:ext cx="7523483" cy="25403"/>
            <a:chOff x="0" y="0"/>
            <a:chExt cx="10031311" cy="3387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005840" y="8577072"/>
            <a:ext cx="5120640" cy="640080"/>
            <a:chOff x="0" y="0"/>
            <a:chExt cx="6827520" cy="85344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A7D6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1M+ Views Reel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6217920" y="8577072"/>
            <a:ext cx="2011680" cy="640080"/>
            <a:chOff x="0" y="0"/>
            <a:chExt cx="2682240" cy="8534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771383" y="9259319"/>
            <a:ext cx="7523483" cy="25403"/>
            <a:chOff x="0" y="0"/>
            <a:chExt cx="10031311" cy="3387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0"/>
              <a:ext cx="9997440" cy="33909"/>
            </a:xfrm>
            <a:custGeom>
              <a:avLst/>
              <a:gdLst/>
              <a:ahLst/>
              <a:cxnLst/>
              <a:rect r="r" b="b" t="t" l="l"/>
              <a:pathLst>
                <a:path h="3390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784080" y="8577072"/>
            <a:ext cx="5120640" cy="640080"/>
            <a:chOff x="0" y="0"/>
            <a:chExt cx="6827520" cy="85344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68275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6666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1M+ Views Reel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4996160" y="8577072"/>
            <a:ext cx="2011680" cy="640080"/>
            <a:chOff x="0" y="0"/>
            <a:chExt cx="2682240" cy="8534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682240" cy="853440"/>
            </a:xfrm>
            <a:custGeom>
              <a:avLst/>
              <a:gdLst/>
              <a:ahLst/>
              <a:cxnLst/>
              <a:rect r="r" b="b" t="t" l="l"/>
              <a:pathLst>
                <a:path h="853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26822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✦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77708"/>
            <a:ext cx="1463040" cy="1490514"/>
            <a:chOff x="0" y="0"/>
            <a:chExt cx="195072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" cy="1987352"/>
            </a:xfrm>
            <a:custGeom>
              <a:avLst/>
              <a:gdLst/>
              <a:ahLst/>
              <a:cxnLst/>
              <a:rect r="r" b="b" t="t" l="l"/>
              <a:pathLst>
                <a:path h="19873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263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072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11680" y="365760"/>
            <a:ext cx="12801600" cy="914400"/>
            <a:chOff x="0" y="0"/>
            <a:chExt cx="17068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0688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META ADS CAMPAIGN RESULTS  (thanks to Deepika Ma'am)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83463" y="810263"/>
            <a:ext cx="2402843" cy="25403"/>
            <a:chOff x="0" y="0"/>
            <a:chExt cx="320379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3169920" cy="33909"/>
            </a:xfrm>
            <a:custGeom>
              <a:avLst/>
              <a:gdLst/>
              <a:ahLst/>
              <a:cxnLst/>
              <a:rect r="r" b="b" t="t" l="l"/>
              <a:pathLst>
                <a:path h="33909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1541783"/>
            <a:ext cx="14290043" cy="574043"/>
            <a:chOff x="0" y="0"/>
            <a:chExt cx="19053391" cy="765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9019519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53302" cy="765304"/>
            </a:xfrm>
            <a:custGeom>
              <a:avLst/>
              <a:gdLst/>
              <a:ahLst/>
              <a:cxnLst/>
              <a:rect r="r" b="b" t="t" l="l"/>
              <a:pathLst>
                <a:path h="765304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748411"/>
                  </a:lnTo>
                  <a:cubicBezTo>
                    <a:pt x="19053302" y="757809"/>
                    <a:pt x="19045682" y="765302"/>
                    <a:pt x="19036410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9036410" y="731520"/>
                  </a:lnTo>
                  <a:lnTo>
                    <a:pt x="19036410" y="748411"/>
                  </a:lnTo>
                  <a:lnTo>
                    <a:pt x="19019520" y="748411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41248" y="1591056"/>
            <a:ext cx="4462272" cy="475488"/>
            <a:chOff x="0" y="0"/>
            <a:chExt cx="5949696" cy="6339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9696" cy="633984"/>
            </a:xfrm>
            <a:custGeom>
              <a:avLst/>
              <a:gdLst/>
              <a:ahLst/>
              <a:cxnLst/>
              <a:rect r="r" b="b" t="t" l="l"/>
              <a:pathLst>
                <a:path h="633984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859" r="0" b="-1328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949696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spc="199">
                  <a:solidFill>
                    <a:srgbClr val="F5F0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BRAND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13248" y="1591056"/>
            <a:ext cx="2176272" cy="475488"/>
            <a:chOff x="0" y="0"/>
            <a:chExt cx="2901696" cy="6339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01696" cy="633984"/>
            </a:xfrm>
            <a:custGeom>
              <a:avLst/>
              <a:gdLst/>
              <a:ahLst/>
              <a:cxnLst/>
              <a:rect r="r" b="b" t="t" l="l"/>
              <a:pathLst>
                <a:path h="633984" w="2901696">
                  <a:moveTo>
                    <a:pt x="0" y="0"/>
                  </a:moveTo>
                  <a:lnTo>
                    <a:pt x="2901696" y="0"/>
                  </a:lnTo>
                  <a:lnTo>
                    <a:pt x="29016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81" r="0" b="-3918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901696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spc="199">
                  <a:solidFill>
                    <a:srgbClr val="F5F0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INDUSTRY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99248" y="1591056"/>
            <a:ext cx="1353312" cy="475488"/>
            <a:chOff x="0" y="0"/>
            <a:chExt cx="1804416" cy="6339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4416" cy="633984"/>
            </a:xfrm>
            <a:custGeom>
              <a:avLst/>
              <a:gdLst/>
              <a:ahLst/>
              <a:cxnLst/>
              <a:rect r="r" b="b" t="t" l="l"/>
              <a:pathLst>
                <a:path h="633984" w="1804416">
                  <a:moveTo>
                    <a:pt x="0" y="0"/>
                  </a:moveTo>
                  <a:lnTo>
                    <a:pt x="1804416" y="0"/>
                  </a:lnTo>
                  <a:lnTo>
                    <a:pt x="180441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804416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spc="199">
                  <a:solidFill>
                    <a:srgbClr val="F5F0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LEADS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62288" y="1591056"/>
            <a:ext cx="1901952" cy="475488"/>
            <a:chOff x="0" y="0"/>
            <a:chExt cx="2535936" cy="633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535936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spc="199">
                  <a:solidFill>
                    <a:srgbClr val="F5F0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REACH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73968" y="1591056"/>
            <a:ext cx="1810512" cy="475488"/>
            <a:chOff x="0" y="0"/>
            <a:chExt cx="2414016" cy="633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14016" cy="633984"/>
            </a:xfrm>
            <a:custGeom>
              <a:avLst/>
              <a:gdLst/>
              <a:ahLst/>
              <a:cxnLst/>
              <a:rect r="r" b="b" t="t" l="l"/>
              <a:pathLst>
                <a:path h="633984" w="2414016">
                  <a:moveTo>
                    <a:pt x="0" y="0"/>
                  </a:moveTo>
                  <a:lnTo>
                    <a:pt x="2414016" y="0"/>
                  </a:lnTo>
                  <a:lnTo>
                    <a:pt x="241401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2419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14016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spc="199">
                  <a:solidFill>
                    <a:srgbClr val="F5F0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CPL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94208" y="1591056"/>
            <a:ext cx="1901952" cy="475488"/>
            <a:chOff x="0" y="0"/>
            <a:chExt cx="2535936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35936" cy="633984"/>
            </a:xfrm>
            <a:custGeom>
              <a:avLst/>
              <a:gdLst/>
              <a:ahLst/>
              <a:cxnLst/>
              <a:rect r="r" b="b" t="t" l="l"/>
              <a:pathLst>
                <a:path h="633984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535936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spc="199">
                  <a:solidFill>
                    <a:srgbClr val="F5F0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SPEND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8823" y="2145287"/>
            <a:ext cx="14290043" cy="683771"/>
            <a:chOff x="0" y="0"/>
            <a:chExt cx="19053391" cy="9116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41248" y="2231136"/>
            <a:ext cx="4425696" cy="512064"/>
            <a:chOff x="0" y="0"/>
            <a:chExt cx="5900928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Garg Autos — Ad 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13248" y="2231136"/>
            <a:ext cx="2139696" cy="512064"/>
            <a:chOff x="0" y="0"/>
            <a:chExt cx="2852928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Automotive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699248" y="2231136"/>
            <a:ext cx="1316736" cy="512064"/>
            <a:chOff x="0" y="0"/>
            <a:chExt cx="1755648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75564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197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62288" y="2231136"/>
            <a:ext cx="1865376" cy="512064"/>
            <a:chOff x="0" y="0"/>
            <a:chExt cx="2487168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92,356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173968" y="2231136"/>
            <a:ext cx="1773936" cy="512064"/>
            <a:chOff x="0" y="0"/>
            <a:chExt cx="2365248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36524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2D8A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₹26.52 ✓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094208" y="2231136"/>
            <a:ext cx="1865376" cy="512064"/>
            <a:chOff x="0" y="0"/>
            <a:chExt cx="2487168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₹5,224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8823" y="2840231"/>
            <a:ext cx="14290043" cy="683771"/>
            <a:chOff x="0" y="0"/>
            <a:chExt cx="19053391" cy="91169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AF7F2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41248" y="2926080"/>
            <a:ext cx="4425696" cy="512064"/>
            <a:chOff x="0" y="0"/>
            <a:chExt cx="5900928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Garg Autos — Ad 2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413248" y="2926080"/>
            <a:ext cx="2139696" cy="512064"/>
            <a:chOff x="0" y="0"/>
            <a:chExt cx="2852928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Automotive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699248" y="2926080"/>
            <a:ext cx="1316736" cy="512064"/>
            <a:chOff x="0" y="0"/>
            <a:chExt cx="1755648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7556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98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62288" y="2926080"/>
            <a:ext cx="1865376" cy="512064"/>
            <a:chOff x="0" y="0"/>
            <a:chExt cx="2487168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71,322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173968" y="2926080"/>
            <a:ext cx="1773936" cy="512064"/>
            <a:chOff x="0" y="0"/>
            <a:chExt cx="2365248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2365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₹53.12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094208" y="2926080"/>
            <a:ext cx="1865376" cy="512064"/>
            <a:chOff x="0" y="0"/>
            <a:chExt cx="2487168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₹5,205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18823" y="3535175"/>
            <a:ext cx="14290043" cy="683771"/>
            <a:chOff x="0" y="0"/>
            <a:chExt cx="19053391" cy="91169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41248" y="3621024"/>
            <a:ext cx="4425696" cy="512064"/>
            <a:chOff x="0" y="0"/>
            <a:chExt cx="5900928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Garg Autos — Ad 3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413248" y="3621024"/>
            <a:ext cx="2139696" cy="512064"/>
            <a:chOff x="0" y="0"/>
            <a:chExt cx="2852928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Automotive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699248" y="3621024"/>
            <a:ext cx="1316736" cy="512064"/>
            <a:chOff x="0" y="0"/>
            <a:chExt cx="1755648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7556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77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162288" y="3621024"/>
            <a:ext cx="1865376" cy="512064"/>
            <a:chOff x="0" y="0"/>
            <a:chExt cx="2487168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64,837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173968" y="3621024"/>
            <a:ext cx="1773936" cy="512064"/>
            <a:chOff x="0" y="0"/>
            <a:chExt cx="2365248" cy="6827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2365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₹66.51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094208" y="3621024"/>
            <a:ext cx="1865376" cy="512064"/>
            <a:chOff x="0" y="0"/>
            <a:chExt cx="2487168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₹5,121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718823" y="4230119"/>
            <a:ext cx="14290043" cy="683771"/>
            <a:chOff x="0" y="0"/>
            <a:chExt cx="19053391" cy="91169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AF7F2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41248" y="4315968"/>
            <a:ext cx="4425696" cy="512064"/>
            <a:chOff x="0" y="0"/>
            <a:chExt cx="5900928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Elevate — A/B Test A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413248" y="4315968"/>
            <a:ext cx="2139696" cy="512064"/>
            <a:chOff x="0" y="0"/>
            <a:chExt cx="2852928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Fitness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699248" y="4315968"/>
            <a:ext cx="1316736" cy="512064"/>
            <a:chOff x="0" y="0"/>
            <a:chExt cx="1755648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175564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190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162288" y="4315968"/>
            <a:ext cx="1865376" cy="512064"/>
            <a:chOff x="0" y="0"/>
            <a:chExt cx="2487168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1,33,948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1173968" y="4315968"/>
            <a:ext cx="1773936" cy="512064"/>
            <a:chOff x="0" y="0"/>
            <a:chExt cx="2365248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236524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2D8A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₹28.48 ✓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3094208" y="4315968"/>
            <a:ext cx="1865376" cy="512064"/>
            <a:chOff x="0" y="0"/>
            <a:chExt cx="2487168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₹5,411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718823" y="4925063"/>
            <a:ext cx="14290043" cy="683771"/>
            <a:chOff x="0" y="0"/>
            <a:chExt cx="19053391" cy="91169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841248" y="5010912"/>
            <a:ext cx="4425696" cy="512064"/>
            <a:chOff x="0" y="0"/>
            <a:chExt cx="5900928" cy="68275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Elevate — A/B Test B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5413248" y="5010912"/>
            <a:ext cx="2139696" cy="512064"/>
            <a:chOff x="0" y="0"/>
            <a:chExt cx="2852928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Fitness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7699248" y="5010912"/>
            <a:ext cx="1316736" cy="512064"/>
            <a:chOff x="0" y="0"/>
            <a:chExt cx="1755648" cy="6827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17556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161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162288" y="5010912"/>
            <a:ext cx="1865376" cy="512064"/>
            <a:chOff x="0" y="0"/>
            <a:chExt cx="2487168" cy="68275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1,29,855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1173968" y="5010912"/>
            <a:ext cx="1773936" cy="512064"/>
            <a:chOff x="0" y="0"/>
            <a:chExt cx="2365248" cy="6827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2365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₹33.70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3094208" y="5010912"/>
            <a:ext cx="1865376" cy="512064"/>
            <a:chOff x="0" y="0"/>
            <a:chExt cx="2487168" cy="68275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₹5,425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718823" y="5620007"/>
            <a:ext cx="14290043" cy="683771"/>
            <a:chOff x="0" y="0"/>
            <a:chExt cx="19053391" cy="911695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AF7F2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841248" y="5705856"/>
            <a:ext cx="4425696" cy="512064"/>
            <a:chOff x="0" y="0"/>
            <a:chExt cx="5900928" cy="68275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Raj Assured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5413248" y="5705856"/>
            <a:ext cx="2139696" cy="512064"/>
            <a:chOff x="0" y="0"/>
            <a:chExt cx="2852928" cy="68275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2nd Hand Auto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7699248" y="5705856"/>
            <a:ext cx="1316736" cy="512064"/>
            <a:chOff x="0" y="0"/>
            <a:chExt cx="1755648" cy="68275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175564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83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162288" y="5705856"/>
            <a:ext cx="1865376" cy="512064"/>
            <a:chOff x="0" y="0"/>
            <a:chExt cx="2487168" cy="682752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18,795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1173968" y="5705856"/>
            <a:ext cx="1773936" cy="512064"/>
            <a:chOff x="0" y="0"/>
            <a:chExt cx="2365248" cy="68275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19050"/>
              <a:ext cx="236524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2D8A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₹25.53 ✓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3094208" y="5705856"/>
            <a:ext cx="1865376" cy="512064"/>
            <a:chOff x="0" y="0"/>
            <a:chExt cx="2487168" cy="68275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₹2,121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718823" y="6314951"/>
            <a:ext cx="14290043" cy="683771"/>
            <a:chOff x="0" y="0"/>
            <a:chExt cx="19053391" cy="911695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841248" y="6400800"/>
            <a:ext cx="4425696" cy="512064"/>
            <a:chOff x="0" y="0"/>
            <a:chExt cx="5900928" cy="682752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Skywize Aviation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5413248" y="6400800"/>
            <a:ext cx="2139696" cy="512064"/>
            <a:chOff x="0" y="0"/>
            <a:chExt cx="2852928" cy="68275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Education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7699248" y="6400800"/>
            <a:ext cx="1316736" cy="512064"/>
            <a:chOff x="0" y="0"/>
            <a:chExt cx="1755648" cy="68275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28575"/>
              <a:ext cx="17556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69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9162288" y="6400800"/>
            <a:ext cx="1865376" cy="512064"/>
            <a:chOff x="0" y="0"/>
            <a:chExt cx="2487168" cy="68275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22,588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1173968" y="6400800"/>
            <a:ext cx="1773936" cy="512064"/>
            <a:chOff x="0" y="0"/>
            <a:chExt cx="2365248" cy="682752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28575"/>
              <a:ext cx="2365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₹49.00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3094208" y="6400800"/>
            <a:ext cx="1865376" cy="512064"/>
            <a:chOff x="0" y="0"/>
            <a:chExt cx="2487168" cy="682752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₹3,394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718823" y="7009895"/>
            <a:ext cx="14290043" cy="683771"/>
            <a:chOff x="0" y="0"/>
            <a:chExt cx="19053391" cy="911695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AF7F2"/>
            </a:solidFill>
          </p:spPr>
        </p:sp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841248" y="7095744"/>
            <a:ext cx="4425696" cy="512064"/>
            <a:chOff x="0" y="0"/>
            <a:chExt cx="5900928" cy="682752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Hashtag Agency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5413248" y="7095744"/>
            <a:ext cx="2139696" cy="512064"/>
            <a:chOff x="0" y="0"/>
            <a:chExt cx="2852928" cy="682752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Marketing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7699248" y="7095744"/>
            <a:ext cx="1316736" cy="512064"/>
            <a:chOff x="0" y="0"/>
            <a:chExt cx="1755648" cy="682752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28575"/>
              <a:ext cx="17556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49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9162288" y="7095744"/>
            <a:ext cx="1865376" cy="512064"/>
            <a:chOff x="0" y="0"/>
            <a:chExt cx="2487168" cy="682752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28,984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1173968" y="7095744"/>
            <a:ext cx="1773936" cy="512064"/>
            <a:chOff x="0" y="0"/>
            <a:chExt cx="2365248" cy="68275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28575"/>
              <a:ext cx="2365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₹39.00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13094208" y="7095744"/>
            <a:ext cx="1865376" cy="512064"/>
            <a:chOff x="0" y="0"/>
            <a:chExt cx="2487168" cy="682752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₹1,959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718823" y="7704839"/>
            <a:ext cx="14290043" cy="683771"/>
            <a:chOff x="0" y="0"/>
            <a:chExt cx="19053391" cy="911695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16891" y="16891"/>
              <a:ext cx="19019519" cy="877824"/>
            </a:xfrm>
            <a:custGeom>
              <a:avLst/>
              <a:gdLst/>
              <a:ahLst/>
              <a:cxnLst/>
              <a:rect r="r" b="b" t="t" l="l"/>
              <a:pathLst>
                <a:path h="877824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19053302" cy="911608"/>
            </a:xfrm>
            <a:custGeom>
              <a:avLst/>
              <a:gdLst/>
              <a:ahLst/>
              <a:cxnLst/>
              <a:rect r="r" b="b" t="t" l="l"/>
              <a:pathLst>
                <a:path h="911608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894715"/>
                  </a:lnTo>
                  <a:cubicBezTo>
                    <a:pt x="19053302" y="904113"/>
                    <a:pt x="19045682" y="911606"/>
                    <a:pt x="1903641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9036410" y="877824"/>
                  </a:lnTo>
                  <a:lnTo>
                    <a:pt x="19036410" y="894715"/>
                  </a:lnTo>
                  <a:lnTo>
                    <a:pt x="19019520" y="894715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9CC"/>
            </a:solid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841248" y="7790688"/>
            <a:ext cx="4425696" cy="512064"/>
            <a:chOff x="0" y="0"/>
            <a:chExt cx="5900928" cy="682752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28575"/>
              <a:ext cx="5900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JK Bhasin Realty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5413248" y="7790688"/>
            <a:ext cx="2139696" cy="512064"/>
            <a:chOff x="0" y="0"/>
            <a:chExt cx="2852928" cy="682752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852928" cy="682752"/>
            </a:xfrm>
            <a:custGeom>
              <a:avLst/>
              <a:gdLst/>
              <a:ahLst/>
              <a:cxnLst/>
              <a:rect r="r" b="b" t="t" l="l"/>
              <a:pathLst>
                <a:path h="682752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28575"/>
              <a:ext cx="285292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 Estate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7699248" y="7790688"/>
            <a:ext cx="1316736" cy="512064"/>
            <a:chOff x="0" y="0"/>
            <a:chExt cx="1755648" cy="682752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28575"/>
              <a:ext cx="17556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54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9162288" y="7790688"/>
            <a:ext cx="1865376" cy="512064"/>
            <a:chOff x="0" y="0"/>
            <a:chExt cx="2487168" cy="682752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10,831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11173968" y="7790688"/>
            <a:ext cx="1773936" cy="512064"/>
            <a:chOff x="0" y="0"/>
            <a:chExt cx="2365248" cy="682752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28575"/>
              <a:ext cx="2365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₹55.00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13094208" y="7790688"/>
            <a:ext cx="1865376" cy="512064"/>
            <a:chOff x="0" y="0"/>
            <a:chExt cx="2487168" cy="682752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219" id="219"/>
            <p:cNvSpPr txBox="true"/>
            <p:nvPr/>
          </p:nvSpPr>
          <p:spPr>
            <a:xfrm>
              <a:off x="0" y="-28575"/>
              <a:ext cx="248716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A120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₹2,998</a:t>
              </a:r>
            </a:p>
          </p:txBody>
        </p:sp>
      </p:grpSp>
      <p:grpSp>
        <p:nvGrpSpPr>
          <p:cNvPr name="Group 220" id="220"/>
          <p:cNvGrpSpPr/>
          <p:nvPr/>
        </p:nvGrpSpPr>
        <p:grpSpPr>
          <a:xfrm rot="0">
            <a:off x="718823" y="8399783"/>
            <a:ext cx="14290043" cy="720347"/>
            <a:chOff x="0" y="0"/>
            <a:chExt cx="19053391" cy="960463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16891" y="16891"/>
              <a:ext cx="19019519" cy="926592"/>
            </a:xfrm>
            <a:custGeom>
              <a:avLst/>
              <a:gdLst/>
              <a:ahLst/>
              <a:cxnLst/>
              <a:rect r="r" b="b" t="t" l="l"/>
              <a:pathLst>
                <a:path h="926592" w="19019519">
                  <a:moveTo>
                    <a:pt x="0" y="0"/>
                  </a:moveTo>
                  <a:lnTo>
                    <a:pt x="19019519" y="0"/>
                  </a:lnTo>
                  <a:lnTo>
                    <a:pt x="1901951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19053302" cy="960376"/>
            </a:xfrm>
            <a:custGeom>
              <a:avLst/>
              <a:gdLst/>
              <a:ahLst/>
              <a:cxnLst/>
              <a:rect r="r" b="b" t="t" l="l"/>
              <a:pathLst>
                <a:path h="960376" w="19053302">
                  <a:moveTo>
                    <a:pt x="16891" y="0"/>
                  </a:moveTo>
                  <a:lnTo>
                    <a:pt x="19036410" y="0"/>
                  </a:lnTo>
                  <a:cubicBezTo>
                    <a:pt x="19045808" y="0"/>
                    <a:pt x="19053302" y="7620"/>
                    <a:pt x="19053302" y="16891"/>
                  </a:cubicBezTo>
                  <a:lnTo>
                    <a:pt x="19053302" y="943483"/>
                  </a:lnTo>
                  <a:cubicBezTo>
                    <a:pt x="19053302" y="952881"/>
                    <a:pt x="19045682" y="960374"/>
                    <a:pt x="19036410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9036410" y="926592"/>
                  </a:lnTo>
                  <a:lnTo>
                    <a:pt x="19036410" y="943483"/>
                  </a:lnTo>
                  <a:lnTo>
                    <a:pt x="19019520" y="943483"/>
                  </a:lnTo>
                  <a:lnTo>
                    <a:pt x="19019520" y="16891"/>
                  </a:lnTo>
                  <a:lnTo>
                    <a:pt x="19036410" y="16891"/>
                  </a:lnTo>
                  <a:lnTo>
                    <a:pt x="19036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841248" y="8503920"/>
            <a:ext cx="4425696" cy="512064"/>
            <a:chOff x="0" y="0"/>
            <a:chExt cx="5900928" cy="682752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5900928" cy="682752"/>
            </a:xfrm>
            <a:custGeom>
              <a:avLst/>
              <a:gdLst/>
              <a:ahLst/>
              <a:cxnLst/>
              <a:rect r="r" b="b" t="t" l="l"/>
              <a:pathLst>
                <a:path h="682752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19050"/>
              <a:ext cx="590092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TOTAL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7699248" y="8503920"/>
            <a:ext cx="1316736" cy="512064"/>
            <a:chOff x="0" y="0"/>
            <a:chExt cx="1755648" cy="682752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1755648" cy="682752"/>
            </a:xfrm>
            <a:custGeom>
              <a:avLst/>
              <a:gdLst/>
              <a:ahLst/>
              <a:cxnLst/>
              <a:rect r="r" b="b" t="t" l="l"/>
              <a:pathLst>
                <a:path h="6827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19050"/>
              <a:ext cx="175564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1,014+ LEADS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162288" y="8503920"/>
            <a:ext cx="1865376" cy="512064"/>
            <a:chOff x="0" y="0"/>
            <a:chExt cx="2487168" cy="682752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-19050"/>
              <a:ext cx="248716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5.88L REACH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11173968" y="8503920"/>
            <a:ext cx="1773936" cy="512064"/>
            <a:chOff x="0" y="0"/>
            <a:chExt cx="2365248" cy="682752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2365248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19050"/>
              <a:ext cx="236524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2D8A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~₹40 CPL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13094208" y="8503920"/>
            <a:ext cx="1865376" cy="512064"/>
            <a:chOff x="0" y="0"/>
            <a:chExt cx="2487168" cy="682752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2487168" cy="682752"/>
            </a:xfrm>
            <a:custGeom>
              <a:avLst/>
              <a:gdLst/>
              <a:ahLst/>
              <a:cxnLst/>
              <a:rect r="r" b="b" t="t" l="l"/>
              <a:pathLst>
                <a:path h="682752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1" r="0" b="-20981"/>
              </a:stretch>
            </a:blipFill>
          </p:spPr>
        </p:sp>
        <p:sp>
          <p:nvSpPr>
            <p:cNvPr name="TextBox 237" id="237"/>
            <p:cNvSpPr txBox="true"/>
            <p:nvPr/>
          </p:nvSpPr>
          <p:spPr>
            <a:xfrm>
              <a:off x="0" y="-19050"/>
              <a:ext cx="2487168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₹40,374+</a:t>
              </a:r>
            </a:p>
          </p:txBody>
        </p:sp>
      </p:grpSp>
      <p:grpSp>
        <p:nvGrpSpPr>
          <p:cNvPr name="Group 238" id="238"/>
          <p:cNvGrpSpPr/>
          <p:nvPr/>
        </p:nvGrpSpPr>
        <p:grpSpPr>
          <a:xfrm rot="5400000">
            <a:off x="12172389" y="3843616"/>
            <a:ext cx="7327166" cy="2846657"/>
            <a:chOff x="0" y="0"/>
            <a:chExt cx="17068800" cy="6631352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17068800" cy="6631352"/>
            </a:xfrm>
            <a:custGeom>
              <a:avLst/>
              <a:gdLst/>
              <a:ahLst/>
              <a:cxnLst/>
              <a:rect r="r" b="b" t="t" l="l"/>
              <a:pathLst>
                <a:path h="66313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631352"/>
                  </a:lnTo>
                  <a:lnTo>
                    <a:pt x="0" y="6631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60" r="0" b="40653"/>
              </a:stretch>
            </a:blipFill>
          </p:spPr>
        </p:sp>
        <p:sp>
          <p:nvSpPr>
            <p:cNvPr name="TextBox 240" id="240"/>
            <p:cNvSpPr txBox="true"/>
            <p:nvPr/>
          </p:nvSpPr>
          <p:spPr>
            <a:xfrm>
              <a:off x="0" y="-9525"/>
              <a:ext cx="17068800" cy="6640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(p.s. the timeline of these ads are around monthly basis and there were more ads which were closed, these ads were put by me under deepika ma'am's guidance)</a:t>
              </a:r>
            </a:p>
          </p:txBody>
        </p:sp>
      </p:grpSp>
      <p:sp>
        <p:nvSpPr>
          <p:cNvPr name="TextBox 241" id="241"/>
          <p:cNvSpPr txBox="true"/>
          <p:nvPr/>
        </p:nvSpPr>
        <p:spPr>
          <a:xfrm rot="0">
            <a:off x="731520" y="9282055"/>
            <a:ext cx="1241394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While I focused on lead generation efficiency, I aim to further deepen my understanding of lead qualification and conversion tracking.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77703"/>
            <a:ext cx="1463040" cy="1490514"/>
            <a:chOff x="0" y="0"/>
            <a:chExt cx="195072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" cy="1987352"/>
            </a:xfrm>
            <a:custGeom>
              <a:avLst/>
              <a:gdLst/>
              <a:ahLst/>
              <a:cxnLst/>
              <a:rect r="r" b="b" t="t" l="l"/>
              <a:pathLst>
                <a:path h="19873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263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072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11680" y="365760"/>
            <a:ext cx="12801600" cy="914400"/>
            <a:chOff x="0" y="0"/>
            <a:chExt cx="17068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0688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I SHOULD BE AN EX INTERN AND FRESH EMPLOYEE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83463" y="810263"/>
            <a:ext cx="2402843" cy="25403"/>
            <a:chOff x="0" y="0"/>
            <a:chExt cx="320379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3169920" cy="33909"/>
            </a:xfrm>
            <a:custGeom>
              <a:avLst/>
              <a:gdLst/>
              <a:ahLst/>
              <a:cxnLst/>
              <a:rect r="r" b="b" t="t" l="l"/>
              <a:pathLst>
                <a:path h="33909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1541783"/>
            <a:ext cx="8255003" cy="1525019"/>
            <a:chOff x="0" y="0"/>
            <a:chExt cx="11006671" cy="20333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0976" y="1773936"/>
            <a:ext cx="822960" cy="914400"/>
            <a:chOff x="0" y="0"/>
            <a:chExt cx="109728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🔥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65376" y="1700784"/>
            <a:ext cx="6858000" cy="512064"/>
            <a:chOff x="0" y="0"/>
            <a:chExt cx="914400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1.8M+ Views Reel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65376" y="2249424"/>
            <a:ext cx="6858000" cy="640080"/>
            <a:chOff x="0" y="0"/>
            <a:chExt cx="914400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knew this was coming hehe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97063" y="1541783"/>
            <a:ext cx="8255003" cy="1525019"/>
            <a:chOff x="0" y="0"/>
            <a:chExt cx="11006671" cy="20333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729216" y="1773936"/>
            <a:ext cx="822960" cy="914400"/>
            <a:chOff x="0" y="0"/>
            <a:chExt cx="109728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43616" y="1700784"/>
            <a:ext cx="6858000" cy="512064"/>
            <a:chOff x="0" y="0"/>
            <a:chExt cx="914400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 Scripts in 1 Day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43616" y="2249424"/>
            <a:ext cx="6858000" cy="640080"/>
            <a:chOff x="0" y="0"/>
            <a:chExt cx="914400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Created and got approved in a single day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8823" y="3242567"/>
            <a:ext cx="8255003" cy="1525019"/>
            <a:chOff x="0" y="0"/>
            <a:chExt cx="11006671" cy="20333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0976" y="3474720"/>
            <a:ext cx="822960" cy="914400"/>
            <a:chOff x="0" y="0"/>
            <a:chExt cx="109728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🎬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865376" y="3401568"/>
            <a:ext cx="6858000" cy="512064"/>
            <a:chOff x="0" y="0"/>
            <a:chExt cx="914400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10+ Videos on 1hr Sleep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865376" y="3950208"/>
            <a:ext cx="6858000" cy="640080"/>
            <a:chOff x="0" y="0"/>
            <a:chExt cx="91440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hour sleep, 1 parantha andar, Yaar Dharmendar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97063" y="3242567"/>
            <a:ext cx="8255003" cy="1525019"/>
            <a:chOff x="0" y="0"/>
            <a:chExt cx="11006671" cy="203335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729216" y="3474720"/>
            <a:ext cx="822960" cy="914400"/>
            <a:chOff x="0" y="0"/>
            <a:chExt cx="109728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🤝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643616" y="3401568"/>
            <a:ext cx="6858000" cy="512064"/>
            <a:chOff x="0" y="0"/>
            <a:chExt cx="914400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Client Called Me A Star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643616" y="3950208"/>
            <a:ext cx="6858000" cy="640080"/>
            <a:chOff x="0" y="0"/>
            <a:chExt cx="914400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Skywize appreciated me and i was on cloud 9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18823" y="4943351"/>
            <a:ext cx="8255003" cy="1525019"/>
            <a:chOff x="0" y="0"/>
            <a:chExt cx="11006671" cy="203335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50976" y="5175504"/>
            <a:ext cx="822960" cy="914400"/>
            <a:chOff x="0" y="0"/>
            <a:chExt cx="1097280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865376" y="5102352"/>
            <a:ext cx="6858000" cy="512064"/>
            <a:chOff x="0" y="0"/>
            <a:chExt cx="914400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Scripting with Least AI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865376" y="5650992"/>
            <a:ext cx="6858000" cy="640080"/>
            <a:chOff x="0" y="0"/>
            <a:chExt cx="914400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should buy my membership 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497063" y="4943351"/>
            <a:ext cx="8255003" cy="1525019"/>
            <a:chOff x="0" y="0"/>
            <a:chExt cx="11006671" cy="203335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729216" y="5175504"/>
            <a:ext cx="822960" cy="914400"/>
            <a:chOff x="0" y="0"/>
            <a:chExt cx="1097280" cy="1219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👥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43616" y="5102352"/>
            <a:ext cx="6858000" cy="512064"/>
            <a:chOff x="0" y="0"/>
            <a:chExt cx="914400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Whole Office Admires me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643616" y="5650992"/>
            <a:ext cx="6858000" cy="640080"/>
            <a:chOff x="0" y="0"/>
            <a:chExt cx="9144000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Drunk talks you know, you know 🤫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18823" y="6644135"/>
            <a:ext cx="8255003" cy="1525019"/>
            <a:chOff x="0" y="0"/>
            <a:chExt cx="11006671" cy="203335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50976" y="6876288"/>
            <a:ext cx="822960" cy="914400"/>
            <a:chOff x="0" y="0"/>
            <a:chExt cx="1097280" cy="12192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📍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865376" y="6803136"/>
            <a:ext cx="6858000" cy="512064"/>
            <a:chOff x="0" y="0"/>
            <a:chExt cx="9144000" cy="6827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Seniors' Work Handled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865376" y="7351776"/>
            <a:ext cx="6858000" cy="640080"/>
            <a:chOff x="0" y="0"/>
            <a:chExt cx="914400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Did Work Under 4 मासियां 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497063" y="6644135"/>
            <a:ext cx="8255003" cy="1525019"/>
            <a:chOff x="0" y="0"/>
            <a:chExt cx="11006671" cy="203335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729216" y="6876288"/>
            <a:ext cx="822960" cy="914400"/>
            <a:chOff x="0" y="0"/>
            <a:chExt cx="1097280" cy="1219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643616" y="6803136"/>
            <a:ext cx="6858000" cy="512064"/>
            <a:chOff x="0" y="0"/>
            <a:chExt cx="914400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Shoot Efficiency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643616" y="7351776"/>
            <a:ext cx="6858000" cy="640080"/>
            <a:chOff x="0" y="0"/>
            <a:chExt cx="9144000" cy="8534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to remove filler words and make the shoot cut to cut clear so that i can enjoy Anoop's tea carefree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18823" y="8344919"/>
            <a:ext cx="8255003" cy="1525019"/>
            <a:chOff x="0" y="0"/>
            <a:chExt cx="11006671" cy="203335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50976" y="8577072"/>
            <a:ext cx="822960" cy="914400"/>
            <a:chOff x="0" y="0"/>
            <a:chExt cx="1097280" cy="12192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📸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865376" y="8503920"/>
            <a:ext cx="6858000" cy="512064"/>
            <a:chOff x="0" y="0"/>
            <a:chExt cx="9144000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 &amp; Back of Camera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865376" y="9052560"/>
            <a:ext cx="6858000" cy="640080"/>
            <a:chOff x="0" y="0"/>
            <a:chExt cx="9144000" cy="8534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Good camera confidence along with behind the camera help 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497063" y="8344919"/>
            <a:ext cx="8255003" cy="1525019"/>
            <a:chOff x="0" y="0"/>
            <a:chExt cx="11006671" cy="203335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1097280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006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16379"/>
                  </a:lnTo>
                  <a:cubicBezTo>
                    <a:pt x="11006582" y="2025777"/>
                    <a:pt x="10998962" y="2033270"/>
                    <a:pt x="10989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0989691" y="1999488"/>
                  </a:lnTo>
                  <a:lnTo>
                    <a:pt x="10989691" y="2016379"/>
                  </a:lnTo>
                  <a:lnTo>
                    <a:pt x="10972800" y="20163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729216" y="8577072"/>
            <a:ext cx="822960" cy="914400"/>
            <a:chOff x="0" y="0"/>
            <a:chExt cx="1097280" cy="12192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57150"/>
              <a:ext cx="1097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✍️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643616" y="8503920"/>
            <a:ext cx="6858000" cy="512064"/>
            <a:chOff x="0" y="0"/>
            <a:chExt cx="9144000" cy="6827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91440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10-Min Scratch Script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0643616" y="9052560"/>
            <a:ext cx="6858000" cy="640080"/>
            <a:chOff x="0" y="0"/>
            <a:chExt cx="9144000" cy="8534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1440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66675"/>
              <a:ext cx="91440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 b="true">
                  <a:solidFill>
                    <a:srgbClr val="8A7D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Prepared that scoopwonder script faster than blinkit's order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045" y="65006"/>
            <a:ext cx="1463040" cy="1490514"/>
            <a:chOff x="0" y="0"/>
            <a:chExt cx="195072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" cy="1987352"/>
            </a:xfrm>
            <a:custGeom>
              <a:avLst/>
              <a:gdLst/>
              <a:ahLst/>
              <a:cxnLst/>
              <a:rect r="r" b="b" t="t" l="l"/>
              <a:pathLst>
                <a:path h="19873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263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072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11680" y="365760"/>
            <a:ext cx="12801600" cy="914400"/>
            <a:chOff x="0" y="0"/>
            <a:chExt cx="17068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0688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Brands i Touched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66343" y="810263"/>
            <a:ext cx="2219963" cy="25403"/>
            <a:chOff x="0" y="0"/>
            <a:chExt cx="295995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926080" cy="33909"/>
            </a:xfrm>
            <a:custGeom>
              <a:avLst/>
              <a:gdLst/>
              <a:ahLst/>
              <a:cxnLst/>
              <a:rect r="r" b="b" t="t" l="l"/>
              <a:pathLst>
                <a:path h="3390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1633223"/>
            <a:ext cx="2037083" cy="720347"/>
            <a:chOff x="0" y="0"/>
            <a:chExt cx="2716111" cy="9604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1645920"/>
            <a:ext cx="2011680" cy="694944"/>
            <a:chOff x="0" y="0"/>
            <a:chExt cx="268224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AMPM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13383" y="1633223"/>
            <a:ext cx="2037083" cy="720347"/>
            <a:chOff x="0" y="0"/>
            <a:chExt cx="2716111" cy="9604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926080" y="1645920"/>
            <a:ext cx="2011680" cy="694944"/>
            <a:chOff x="0" y="0"/>
            <a:chExt cx="268224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Winsolar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07943" y="1633223"/>
            <a:ext cx="2037083" cy="720347"/>
            <a:chOff x="0" y="0"/>
            <a:chExt cx="2716111" cy="9604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120640" y="1645920"/>
            <a:ext cx="2011680" cy="694944"/>
            <a:chOff x="0" y="0"/>
            <a:chExt cx="268224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Skywize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02503" y="1633223"/>
            <a:ext cx="3216659" cy="720347"/>
            <a:chOff x="0" y="0"/>
            <a:chExt cx="4288879" cy="9604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255008" cy="926592"/>
            </a:xfrm>
            <a:custGeom>
              <a:avLst/>
              <a:gdLst/>
              <a:ahLst/>
              <a:cxnLst/>
              <a:rect r="r" b="b" t="t" l="l"/>
              <a:pathLst>
                <a:path h="926592" w="4255008">
                  <a:moveTo>
                    <a:pt x="0" y="0"/>
                  </a:moveTo>
                  <a:lnTo>
                    <a:pt x="4255008" y="0"/>
                  </a:lnTo>
                  <a:lnTo>
                    <a:pt x="425500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88790" cy="960376"/>
            </a:xfrm>
            <a:custGeom>
              <a:avLst/>
              <a:gdLst/>
              <a:ahLst/>
              <a:cxnLst/>
              <a:rect r="r" b="b" t="t" l="l"/>
              <a:pathLst>
                <a:path h="960376" w="4288790">
                  <a:moveTo>
                    <a:pt x="16891" y="0"/>
                  </a:moveTo>
                  <a:lnTo>
                    <a:pt x="4271899" y="0"/>
                  </a:lnTo>
                  <a:cubicBezTo>
                    <a:pt x="4281297" y="0"/>
                    <a:pt x="4288790" y="7620"/>
                    <a:pt x="4288790" y="16891"/>
                  </a:cubicBezTo>
                  <a:lnTo>
                    <a:pt x="4288790" y="943483"/>
                  </a:lnTo>
                  <a:cubicBezTo>
                    <a:pt x="4288790" y="952881"/>
                    <a:pt x="4281170" y="960374"/>
                    <a:pt x="427189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271899" y="926592"/>
                  </a:lnTo>
                  <a:lnTo>
                    <a:pt x="4271899" y="943483"/>
                  </a:lnTo>
                  <a:lnTo>
                    <a:pt x="4255008" y="943483"/>
                  </a:lnTo>
                  <a:lnTo>
                    <a:pt x="4255008" y="16891"/>
                  </a:lnTo>
                  <a:lnTo>
                    <a:pt x="4271899" y="16891"/>
                  </a:lnTo>
                  <a:lnTo>
                    <a:pt x="42718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315200" y="1645920"/>
            <a:ext cx="3191256" cy="694944"/>
            <a:chOff x="0" y="0"/>
            <a:chExt cx="4255008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55008" cy="926592"/>
            </a:xfrm>
            <a:custGeom>
              <a:avLst/>
              <a:gdLst/>
              <a:ahLst/>
              <a:cxnLst/>
              <a:rect r="r" b="b" t="t" l="l"/>
              <a:pathLst>
                <a:path h="926592" w="4255008">
                  <a:moveTo>
                    <a:pt x="0" y="0"/>
                  </a:moveTo>
                  <a:lnTo>
                    <a:pt x="4255008" y="0"/>
                  </a:lnTo>
                  <a:lnTo>
                    <a:pt x="425500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77" r="0" b="-3947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255008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Classic Furniture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76639" y="1633223"/>
            <a:ext cx="2037083" cy="720347"/>
            <a:chOff x="0" y="0"/>
            <a:chExt cx="2716111" cy="9604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689336" y="1645920"/>
            <a:ext cx="2011680" cy="694944"/>
            <a:chOff x="0" y="0"/>
            <a:chExt cx="268224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Meibotan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871199" y="1633223"/>
            <a:ext cx="2037083" cy="720347"/>
            <a:chOff x="0" y="0"/>
            <a:chExt cx="2716111" cy="9604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883896" y="1645920"/>
            <a:ext cx="2011680" cy="694944"/>
            <a:chOff x="0" y="0"/>
            <a:chExt cx="2682240" cy="926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Hashtag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065759" y="1633223"/>
            <a:ext cx="2037083" cy="720347"/>
            <a:chOff x="0" y="0"/>
            <a:chExt cx="2716111" cy="960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5078456" y="1645920"/>
            <a:ext cx="2011680" cy="694944"/>
            <a:chOff x="0" y="0"/>
            <a:chExt cx="268224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Onfinity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8823" y="2639063"/>
            <a:ext cx="2037083" cy="720347"/>
            <a:chOff x="0" y="0"/>
            <a:chExt cx="2716111" cy="9604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31520" y="2651760"/>
            <a:ext cx="2011680" cy="694944"/>
            <a:chOff x="0" y="0"/>
            <a:chExt cx="268224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Benu Rao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913383" y="2639063"/>
            <a:ext cx="2037083" cy="720347"/>
            <a:chOff x="0" y="0"/>
            <a:chExt cx="2716111" cy="96046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926080" y="2651760"/>
            <a:ext cx="2011680" cy="694944"/>
            <a:chOff x="0" y="0"/>
            <a:chExt cx="268224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BDG Group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107943" y="2639063"/>
            <a:ext cx="2439419" cy="720347"/>
            <a:chOff x="0" y="0"/>
            <a:chExt cx="3252559" cy="96046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3218688" cy="926592"/>
            </a:xfrm>
            <a:custGeom>
              <a:avLst/>
              <a:gdLst/>
              <a:ahLst/>
              <a:cxnLst/>
              <a:rect r="r" b="b" t="t" l="l"/>
              <a:pathLst>
                <a:path h="926592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52470" cy="960376"/>
            </a:xfrm>
            <a:custGeom>
              <a:avLst/>
              <a:gdLst/>
              <a:ahLst/>
              <a:cxnLst/>
              <a:rect r="r" b="b" t="t" l="l"/>
              <a:pathLst>
                <a:path h="960376" w="3252470">
                  <a:moveTo>
                    <a:pt x="16891" y="0"/>
                  </a:moveTo>
                  <a:lnTo>
                    <a:pt x="3235579" y="0"/>
                  </a:lnTo>
                  <a:cubicBezTo>
                    <a:pt x="3244977" y="0"/>
                    <a:pt x="3252470" y="7620"/>
                    <a:pt x="3252470" y="16891"/>
                  </a:cubicBezTo>
                  <a:lnTo>
                    <a:pt x="3252470" y="943483"/>
                  </a:lnTo>
                  <a:cubicBezTo>
                    <a:pt x="3252470" y="952881"/>
                    <a:pt x="3244850" y="960374"/>
                    <a:pt x="323557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235579" y="926592"/>
                  </a:lnTo>
                  <a:lnTo>
                    <a:pt x="3235579" y="943483"/>
                  </a:lnTo>
                  <a:lnTo>
                    <a:pt x="3218688" y="943483"/>
                  </a:lnTo>
                  <a:lnTo>
                    <a:pt x="3218688" y="16891"/>
                  </a:lnTo>
                  <a:lnTo>
                    <a:pt x="3235579" y="16891"/>
                  </a:lnTo>
                  <a:lnTo>
                    <a:pt x="3235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120640" y="2651760"/>
            <a:ext cx="2414016" cy="694944"/>
            <a:chOff x="0" y="0"/>
            <a:chExt cx="3218688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18688" cy="926592"/>
            </a:xfrm>
            <a:custGeom>
              <a:avLst/>
              <a:gdLst/>
              <a:ahLst/>
              <a:cxnLst/>
              <a:rect r="r" b="b" t="t" l="l"/>
              <a:pathLst>
                <a:path h="926592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3218688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Bansal Plaza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704839" y="2639063"/>
            <a:ext cx="2128523" cy="720347"/>
            <a:chOff x="0" y="0"/>
            <a:chExt cx="2838031" cy="96046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2804160" cy="926592"/>
            </a:xfrm>
            <a:custGeom>
              <a:avLst/>
              <a:gdLst/>
              <a:ahLst/>
              <a:cxnLst/>
              <a:rect r="r" b="b" t="t" l="l"/>
              <a:pathLst>
                <a:path h="92659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837942" cy="960376"/>
            </a:xfrm>
            <a:custGeom>
              <a:avLst/>
              <a:gdLst/>
              <a:ahLst/>
              <a:cxnLst/>
              <a:rect r="r" b="b" t="t" l="l"/>
              <a:pathLst>
                <a:path h="960376" w="2837942">
                  <a:moveTo>
                    <a:pt x="16891" y="0"/>
                  </a:moveTo>
                  <a:lnTo>
                    <a:pt x="2821051" y="0"/>
                  </a:lnTo>
                  <a:cubicBezTo>
                    <a:pt x="2830449" y="0"/>
                    <a:pt x="2837942" y="7620"/>
                    <a:pt x="2837942" y="16891"/>
                  </a:cubicBezTo>
                  <a:lnTo>
                    <a:pt x="2837942" y="943483"/>
                  </a:lnTo>
                  <a:cubicBezTo>
                    <a:pt x="2837942" y="952881"/>
                    <a:pt x="2830322" y="960374"/>
                    <a:pt x="28210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821051" y="926592"/>
                  </a:lnTo>
                  <a:lnTo>
                    <a:pt x="2821051" y="943483"/>
                  </a:lnTo>
                  <a:lnTo>
                    <a:pt x="2804160" y="943483"/>
                  </a:lnTo>
                  <a:lnTo>
                    <a:pt x="2804160" y="16891"/>
                  </a:lnTo>
                  <a:lnTo>
                    <a:pt x="2821051" y="16891"/>
                  </a:lnTo>
                  <a:lnTo>
                    <a:pt x="2821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717536" y="2651760"/>
            <a:ext cx="2103120" cy="694944"/>
            <a:chOff x="0" y="0"/>
            <a:chExt cx="2804160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804160" cy="926592"/>
            </a:xfrm>
            <a:custGeom>
              <a:avLst/>
              <a:gdLst/>
              <a:ahLst/>
              <a:cxnLst/>
              <a:rect r="r" b="b" t="t" l="l"/>
              <a:pathLst>
                <a:path h="92659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" r="0" b="-896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280416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Garg Autos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990839" y="2639063"/>
            <a:ext cx="2594867" cy="720347"/>
            <a:chOff x="0" y="0"/>
            <a:chExt cx="3459823" cy="96046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3425952" cy="926592"/>
            </a:xfrm>
            <a:custGeom>
              <a:avLst/>
              <a:gdLst/>
              <a:ahLst/>
              <a:cxnLst/>
              <a:rect r="r" b="b" t="t" l="l"/>
              <a:pathLst>
                <a:path h="926592" w="3425952">
                  <a:moveTo>
                    <a:pt x="0" y="0"/>
                  </a:moveTo>
                  <a:lnTo>
                    <a:pt x="3425952" y="0"/>
                  </a:lnTo>
                  <a:lnTo>
                    <a:pt x="342595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59734" cy="960376"/>
            </a:xfrm>
            <a:custGeom>
              <a:avLst/>
              <a:gdLst/>
              <a:ahLst/>
              <a:cxnLst/>
              <a:rect r="r" b="b" t="t" l="l"/>
              <a:pathLst>
                <a:path h="960376" w="3459734">
                  <a:moveTo>
                    <a:pt x="16891" y="0"/>
                  </a:moveTo>
                  <a:lnTo>
                    <a:pt x="3442843" y="0"/>
                  </a:lnTo>
                  <a:cubicBezTo>
                    <a:pt x="3452241" y="0"/>
                    <a:pt x="3459734" y="7620"/>
                    <a:pt x="3459734" y="16891"/>
                  </a:cubicBezTo>
                  <a:lnTo>
                    <a:pt x="3459734" y="943483"/>
                  </a:lnTo>
                  <a:cubicBezTo>
                    <a:pt x="3459734" y="952881"/>
                    <a:pt x="3452114" y="960374"/>
                    <a:pt x="344284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442843" y="926592"/>
                  </a:lnTo>
                  <a:lnTo>
                    <a:pt x="3442843" y="943483"/>
                  </a:lnTo>
                  <a:lnTo>
                    <a:pt x="3425952" y="943483"/>
                  </a:lnTo>
                  <a:lnTo>
                    <a:pt x="3425952" y="16891"/>
                  </a:lnTo>
                  <a:lnTo>
                    <a:pt x="3442843" y="16891"/>
                  </a:lnTo>
                  <a:lnTo>
                    <a:pt x="3442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003536" y="2651760"/>
            <a:ext cx="2569464" cy="694944"/>
            <a:chOff x="0" y="0"/>
            <a:chExt cx="3425952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25952" cy="926592"/>
            </a:xfrm>
            <a:custGeom>
              <a:avLst/>
              <a:gdLst/>
              <a:ahLst/>
              <a:cxnLst/>
              <a:rect r="r" b="b" t="t" l="l"/>
              <a:pathLst>
                <a:path h="926592" w="3425952">
                  <a:moveTo>
                    <a:pt x="0" y="0"/>
                  </a:moveTo>
                  <a:lnTo>
                    <a:pt x="3425952" y="0"/>
                  </a:lnTo>
                  <a:lnTo>
                    <a:pt x="34259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43" r="0" b="-2204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3425952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Kare Partners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743183" y="2639063"/>
            <a:ext cx="2037083" cy="720347"/>
            <a:chOff x="0" y="0"/>
            <a:chExt cx="2716111" cy="96046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755880" y="2651760"/>
            <a:ext cx="2011680" cy="694944"/>
            <a:chOff x="0" y="0"/>
            <a:chExt cx="2682240" cy="9265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Elevate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937743" y="2639063"/>
            <a:ext cx="2037083" cy="720347"/>
            <a:chOff x="0" y="0"/>
            <a:chExt cx="2716111" cy="96046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950440" y="2651760"/>
            <a:ext cx="2011680" cy="694944"/>
            <a:chOff x="0" y="0"/>
            <a:chExt cx="2682240" cy="92659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Unicom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718823" y="3644903"/>
            <a:ext cx="2037083" cy="720347"/>
            <a:chOff x="0" y="0"/>
            <a:chExt cx="2716111" cy="96046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731520" y="3657600"/>
            <a:ext cx="2011680" cy="694944"/>
            <a:chOff x="0" y="0"/>
            <a:chExt cx="2682240" cy="92659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KFC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2913383" y="3644903"/>
            <a:ext cx="2037083" cy="720347"/>
            <a:chOff x="0" y="0"/>
            <a:chExt cx="2716111" cy="96046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2926080" y="3657600"/>
            <a:ext cx="2011680" cy="694944"/>
            <a:chOff x="0" y="0"/>
            <a:chExt cx="2682240" cy="9265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Neeilam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107943" y="3644903"/>
            <a:ext cx="2594867" cy="720347"/>
            <a:chOff x="0" y="0"/>
            <a:chExt cx="3459823" cy="96046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3425952" cy="926592"/>
            </a:xfrm>
            <a:custGeom>
              <a:avLst/>
              <a:gdLst/>
              <a:ahLst/>
              <a:cxnLst/>
              <a:rect r="r" b="b" t="t" l="l"/>
              <a:pathLst>
                <a:path h="926592" w="3425952">
                  <a:moveTo>
                    <a:pt x="0" y="0"/>
                  </a:moveTo>
                  <a:lnTo>
                    <a:pt x="3425952" y="0"/>
                  </a:lnTo>
                  <a:lnTo>
                    <a:pt x="342595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459734" cy="960376"/>
            </a:xfrm>
            <a:custGeom>
              <a:avLst/>
              <a:gdLst/>
              <a:ahLst/>
              <a:cxnLst/>
              <a:rect r="r" b="b" t="t" l="l"/>
              <a:pathLst>
                <a:path h="960376" w="3459734">
                  <a:moveTo>
                    <a:pt x="16891" y="0"/>
                  </a:moveTo>
                  <a:lnTo>
                    <a:pt x="3442843" y="0"/>
                  </a:lnTo>
                  <a:cubicBezTo>
                    <a:pt x="3452241" y="0"/>
                    <a:pt x="3459734" y="7620"/>
                    <a:pt x="3459734" y="16891"/>
                  </a:cubicBezTo>
                  <a:lnTo>
                    <a:pt x="3459734" y="943483"/>
                  </a:lnTo>
                  <a:cubicBezTo>
                    <a:pt x="3459734" y="952881"/>
                    <a:pt x="3452114" y="960374"/>
                    <a:pt x="344284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442843" y="926592"/>
                  </a:lnTo>
                  <a:lnTo>
                    <a:pt x="3442843" y="943483"/>
                  </a:lnTo>
                  <a:lnTo>
                    <a:pt x="3425952" y="943483"/>
                  </a:lnTo>
                  <a:lnTo>
                    <a:pt x="3425952" y="16891"/>
                  </a:lnTo>
                  <a:lnTo>
                    <a:pt x="3442843" y="16891"/>
                  </a:lnTo>
                  <a:lnTo>
                    <a:pt x="3442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5120640" y="3657600"/>
            <a:ext cx="2569464" cy="694944"/>
            <a:chOff x="0" y="0"/>
            <a:chExt cx="3425952" cy="9265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425952" cy="926592"/>
            </a:xfrm>
            <a:custGeom>
              <a:avLst/>
              <a:gdLst/>
              <a:ahLst/>
              <a:cxnLst/>
              <a:rect r="r" b="b" t="t" l="l"/>
              <a:pathLst>
                <a:path h="926592" w="3425952">
                  <a:moveTo>
                    <a:pt x="0" y="0"/>
                  </a:moveTo>
                  <a:lnTo>
                    <a:pt x="3425952" y="0"/>
                  </a:lnTo>
                  <a:lnTo>
                    <a:pt x="34259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43" r="0" b="-2204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3425952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City Wanderer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860287" y="3644903"/>
            <a:ext cx="3061211" cy="720347"/>
            <a:chOff x="0" y="0"/>
            <a:chExt cx="4081615" cy="96046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4047744" cy="926592"/>
            </a:xfrm>
            <a:custGeom>
              <a:avLst/>
              <a:gdLst/>
              <a:ahLst/>
              <a:cxnLst/>
              <a:rect r="r" b="b" t="t" l="l"/>
              <a:pathLst>
                <a:path h="926592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081526" cy="960376"/>
            </a:xfrm>
            <a:custGeom>
              <a:avLst/>
              <a:gdLst/>
              <a:ahLst/>
              <a:cxnLst/>
              <a:rect r="r" b="b" t="t" l="l"/>
              <a:pathLst>
                <a:path h="960376" w="4081526">
                  <a:moveTo>
                    <a:pt x="16891" y="0"/>
                  </a:moveTo>
                  <a:lnTo>
                    <a:pt x="4064635" y="0"/>
                  </a:lnTo>
                  <a:cubicBezTo>
                    <a:pt x="4074033" y="0"/>
                    <a:pt x="4081526" y="7620"/>
                    <a:pt x="4081526" y="16891"/>
                  </a:cubicBezTo>
                  <a:lnTo>
                    <a:pt x="4081526" y="943483"/>
                  </a:lnTo>
                  <a:cubicBezTo>
                    <a:pt x="4081526" y="952881"/>
                    <a:pt x="4073906" y="960374"/>
                    <a:pt x="406463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064635" y="926592"/>
                  </a:lnTo>
                  <a:lnTo>
                    <a:pt x="4064635" y="943483"/>
                  </a:lnTo>
                  <a:lnTo>
                    <a:pt x="4047744" y="943483"/>
                  </a:lnTo>
                  <a:lnTo>
                    <a:pt x="4047744" y="16891"/>
                  </a:lnTo>
                  <a:lnTo>
                    <a:pt x="4064635" y="16891"/>
                  </a:lnTo>
                  <a:lnTo>
                    <a:pt x="4064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7872984" y="3657600"/>
            <a:ext cx="3035808" cy="694944"/>
            <a:chOff x="0" y="0"/>
            <a:chExt cx="4047744" cy="9265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047744" cy="926592"/>
            </a:xfrm>
            <a:custGeom>
              <a:avLst/>
              <a:gdLst/>
              <a:ahLst/>
              <a:cxnLst/>
              <a:rect r="r" b="b" t="t" l="l"/>
              <a:pathLst>
                <a:path h="926592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18" r="0" b="-3511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404774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JK Bhasin Realty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078975" y="3644903"/>
            <a:ext cx="2439419" cy="720347"/>
            <a:chOff x="0" y="0"/>
            <a:chExt cx="3252559" cy="96046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3218688" cy="926592"/>
            </a:xfrm>
            <a:custGeom>
              <a:avLst/>
              <a:gdLst/>
              <a:ahLst/>
              <a:cxnLst/>
              <a:rect r="r" b="b" t="t" l="l"/>
              <a:pathLst>
                <a:path h="926592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252470" cy="960376"/>
            </a:xfrm>
            <a:custGeom>
              <a:avLst/>
              <a:gdLst/>
              <a:ahLst/>
              <a:cxnLst/>
              <a:rect r="r" b="b" t="t" l="l"/>
              <a:pathLst>
                <a:path h="960376" w="3252470">
                  <a:moveTo>
                    <a:pt x="16891" y="0"/>
                  </a:moveTo>
                  <a:lnTo>
                    <a:pt x="3235579" y="0"/>
                  </a:lnTo>
                  <a:cubicBezTo>
                    <a:pt x="3244977" y="0"/>
                    <a:pt x="3252470" y="7620"/>
                    <a:pt x="3252470" y="16891"/>
                  </a:cubicBezTo>
                  <a:lnTo>
                    <a:pt x="3252470" y="943483"/>
                  </a:lnTo>
                  <a:cubicBezTo>
                    <a:pt x="3252470" y="952881"/>
                    <a:pt x="3244850" y="960374"/>
                    <a:pt x="323557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235579" y="926592"/>
                  </a:lnTo>
                  <a:lnTo>
                    <a:pt x="3235579" y="943483"/>
                  </a:lnTo>
                  <a:lnTo>
                    <a:pt x="3218688" y="943483"/>
                  </a:lnTo>
                  <a:lnTo>
                    <a:pt x="3218688" y="16891"/>
                  </a:lnTo>
                  <a:lnTo>
                    <a:pt x="3235579" y="16891"/>
                  </a:lnTo>
                  <a:lnTo>
                    <a:pt x="3235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1091672" y="3657600"/>
            <a:ext cx="2414016" cy="694944"/>
            <a:chOff x="0" y="0"/>
            <a:chExt cx="3218688" cy="92659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218688" cy="926592"/>
            </a:xfrm>
            <a:custGeom>
              <a:avLst/>
              <a:gdLst/>
              <a:ahLst/>
              <a:cxnLst/>
              <a:rect r="r" b="b" t="t" l="l"/>
              <a:pathLst>
                <a:path h="926592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3218688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TSAR Capital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3675871" y="3644903"/>
            <a:ext cx="2037083" cy="720347"/>
            <a:chOff x="0" y="0"/>
            <a:chExt cx="2716111" cy="96046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3688568" y="3657600"/>
            <a:ext cx="2011680" cy="694944"/>
            <a:chOff x="0" y="0"/>
            <a:chExt cx="2682240" cy="92659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Vinfast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18823" y="4650743"/>
            <a:ext cx="2037083" cy="720347"/>
            <a:chOff x="0" y="0"/>
            <a:chExt cx="2716111" cy="960463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731520" y="4663440"/>
            <a:ext cx="2011680" cy="694944"/>
            <a:chOff x="0" y="0"/>
            <a:chExt cx="2682240" cy="9265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Keaa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2913383" y="4650743"/>
            <a:ext cx="2283971" cy="720347"/>
            <a:chOff x="0" y="0"/>
            <a:chExt cx="3045295" cy="960463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16891" y="16891"/>
              <a:ext cx="3011424" cy="926592"/>
            </a:xfrm>
            <a:custGeom>
              <a:avLst/>
              <a:gdLst/>
              <a:ahLst/>
              <a:cxnLst/>
              <a:rect r="r" b="b" t="t" l="l"/>
              <a:pathLst>
                <a:path h="926592" w="3011424">
                  <a:moveTo>
                    <a:pt x="0" y="0"/>
                  </a:moveTo>
                  <a:lnTo>
                    <a:pt x="3011424" y="0"/>
                  </a:lnTo>
                  <a:lnTo>
                    <a:pt x="301142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045206" cy="960376"/>
            </a:xfrm>
            <a:custGeom>
              <a:avLst/>
              <a:gdLst/>
              <a:ahLst/>
              <a:cxnLst/>
              <a:rect r="r" b="b" t="t" l="l"/>
              <a:pathLst>
                <a:path h="960376" w="3045206">
                  <a:moveTo>
                    <a:pt x="16891" y="0"/>
                  </a:moveTo>
                  <a:lnTo>
                    <a:pt x="3028315" y="0"/>
                  </a:lnTo>
                  <a:cubicBezTo>
                    <a:pt x="3037713" y="0"/>
                    <a:pt x="3045206" y="7620"/>
                    <a:pt x="3045206" y="16891"/>
                  </a:cubicBezTo>
                  <a:lnTo>
                    <a:pt x="3045206" y="943483"/>
                  </a:lnTo>
                  <a:cubicBezTo>
                    <a:pt x="3045206" y="952881"/>
                    <a:pt x="3037586" y="960374"/>
                    <a:pt x="302831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028315" y="926592"/>
                  </a:lnTo>
                  <a:lnTo>
                    <a:pt x="3028315" y="943483"/>
                  </a:lnTo>
                  <a:lnTo>
                    <a:pt x="3011424" y="943483"/>
                  </a:lnTo>
                  <a:lnTo>
                    <a:pt x="3011424" y="16891"/>
                  </a:lnTo>
                  <a:lnTo>
                    <a:pt x="3028315" y="16891"/>
                  </a:lnTo>
                  <a:lnTo>
                    <a:pt x="30283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2926080" y="4663440"/>
            <a:ext cx="2258568" cy="694944"/>
            <a:chOff x="0" y="0"/>
            <a:chExt cx="3011424" cy="92659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011424" cy="926592"/>
            </a:xfrm>
            <a:custGeom>
              <a:avLst/>
              <a:gdLst/>
              <a:ahLst/>
              <a:cxnLst/>
              <a:rect r="r" b="b" t="t" l="l"/>
              <a:pathLst>
                <a:path h="926592" w="3011424">
                  <a:moveTo>
                    <a:pt x="0" y="0"/>
                  </a:moveTo>
                  <a:lnTo>
                    <a:pt x="3011424" y="0"/>
                  </a:lnTo>
                  <a:lnTo>
                    <a:pt x="3011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9525"/>
              <a:ext cx="301142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Raj Assured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5354831" y="4650743"/>
            <a:ext cx="3061211" cy="720347"/>
            <a:chOff x="0" y="0"/>
            <a:chExt cx="4081615" cy="960463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4047744" cy="926592"/>
            </a:xfrm>
            <a:custGeom>
              <a:avLst/>
              <a:gdLst/>
              <a:ahLst/>
              <a:cxnLst/>
              <a:rect r="r" b="b" t="t" l="l"/>
              <a:pathLst>
                <a:path h="926592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081526" cy="960376"/>
            </a:xfrm>
            <a:custGeom>
              <a:avLst/>
              <a:gdLst/>
              <a:ahLst/>
              <a:cxnLst/>
              <a:rect r="r" b="b" t="t" l="l"/>
              <a:pathLst>
                <a:path h="960376" w="4081526">
                  <a:moveTo>
                    <a:pt x="16891" y="0"/>
                  </a:moveTo>
                  <a:lnTo>
                    <a:pt x="4064635" y="0"/>
                  </a:lnTo>
                  <a:cubicBezTo>
                    <a:pt x="4074033" y="0"/>
                    <a:pt x="4081526" y="7620"/>
                    <a:pt x="4081526" y="16891"/>
                  </a:cubicBezTo>
                  <a:lnTo>
                    <a:pt x="4081526" y="943483"/>
                  </a:lnTo>
                  <a:cubicBezTo>
                    <a:pt x="4081526" y="952881"/>
                    <a:pt x="4073906" y="960374"/>
                    <a:pt x="406463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064635" y="926592"/>
                  </a:lnTo>
                  <a:lnTo>
                    <a:pt x="4064635" y="943483"/>
                  </a:lnTo>
                  <a:lnTo>
                    <a:pt x="4047744" y="943483"/>
                  </a:lnTo>
                  <a:lnTo>
                    <a:pt x="4047744" y="16891"/>
                  </a:lnTo>
                  <a:lnTo>
                    <a:pt x="4064635" y="16891"/>
                  </a:lnTo>
                  <a:lnTo>
                    <a:pt x="4064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5367528" y="4663440"/>
            <a:ext cx="3035808" cy="694944"/>
            <a:chOff x="0" y="0"/>
            <a:chExt cx="4047744" cy="92659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047744" cy="926592"/>
            </a:xfrm>
            <a:custGeom>
              <a:avLst/>
              <a:gdLst/>
              <a:ahLst/>
              <a:cxnLst/>
              <a:rect r="r" b="b" t="t" l="l"/>
              <a:pathLst>
                <a:path h="926592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18" r="0" b="-35118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9525"/>
              <a:ext cx="404774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Achievers Castle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8573519" y="4650743"/>
            <a:ext cx="2905763" cy="720347"/>
            <a:chOff x="0" y="0"/>
            <a:chExt cx="3874351" cy="960463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6891"/>
              <a:ext cx="3840480" cy="926592"/>
            </a:xfrm>
            <a:custGeom>
              <a:avLst/>
              <a:gdLst/>
              <a:ahLst/>
              <a:cxnLst/>
              <a:rect r="r" b="b" t="t" l="l"/>
              <a:pathLst>
                <a:path h="92659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874262" cy="960376"/>
            </a:xfrm>
            <a:custGeom>
              <a:avLst/>
              <a:gdLst/>
              <a:ahLst/>
              <a:cxnLst/>
              <a:rect r="r" b="b" t="t" l="l"/>
              <a:pathLst>
                <a:path h="960376" w="3874262">
                  <a:moveTo>
                    <a:pt x="16891" y="0"/>
                  </a:moveTo>
                  <a:lnTo>
                    <a:pt x="3857371" y="0"/>
                  </a:lnTo>
                  <a:cubicBezTo>
                    <a:pt x="3866769" y="0"/>
                    <a:pt x="3874262" y="7620"/>
                    <a:pt x="3874262" y="16891"/>
                  </a:cubicBezTo>
                  <a:lnTo>
                    <a:pt x="3874262" y="943483"/>
                  </a:lnTo>
                  <a:cubicBezTo>
                    <a:pt x="3874262" y="952881"/>
                    <a:pt x="3866642" y="960374"/>
                    <a:pt x="38573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857371" y="926592"/>
                  </a:lnTo>
                  <a:lnTo>
                    <a:pt x="3857371" y="943483"/>
                  </a:lnTo>
                  <a:lnTo>
                    <a:pt x="3840480" y="943483"/>
                  </a:lnTo>
                  <a:lnTo>
                    <a:pt x="3840480" y="16891"/>
                  </a:lnTo>
                  <a:lnTo>
                    <a:pt x="3857371" y="16891"/>
                  </a:lnTo>
                  <a:lnTo>
                    <a:pt x="3857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8586216" y="4663440"/>
            <a:ext cx="2880360" cy="694944"/>
            <a:chOff x="0" y="0"/>
            <a:chExt cx="3840480" cy="92659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840480" cy="926592"/>
            </a:xfrm>
            <a:custGeom>
              <a:avLst/>
              <a:gdLst/>
              <a:ahLst/>
              <a:cxnLst/>
              <a:rect r="r" b="b" t="t" l="l"/>
              <a:pathLst>
                <a:path h="92659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60" r="0" b="-3076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9525"/>
              <a:ext cx="384048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Rayat Bahra Uni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1636759" y="4650743"/>
            <a:ext cx="3216659" cy="720347"/>
            <a:chOff x="0" y="0"/>
            <a:chExt cx="4288879" cy="960463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16891" y="16891"/>
              <a:ext cx="4255008" cy="926592"/>
            </a:xfrm>
            <a:custGeom>
              <a:avLst/>
              <a:gdLst/>
              <a:ahLst/>
              <a:cxnLst/>
              <a:rect r="r" b="b" t="t" l="l"/>
              <a:pathLst>
                <a:path h="926592" w="4255008">
                  <a:moveTo>
                    <a:pt x="0" y="0"/>
                  </a:moveTo>
                  <a:lnTo>
                    <a:pt x="4255008" y="0"/>
                  </a:lnTo>
                  <a:lnTo>
                    <a:pt x="425500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288790" cy="960376"/>
            </a:xfrm>
            <a:custGeom>
              <a:avLst/>
              <a:gdLst/>
              <a:ahLst/>
              <a:cxnLst/>
              <a:rect r="r" b="b" t="t" l="l"/>
              <a:pathLst>
                <a:path h="960376" w="4288790">
                  <a:moveTo>
                    <a:pt x="16891" y="0"/>
                  </a:moveTo>
                  <a:lnTo>
                    <a:pt x="4271899" y="0"/>
                  </a:lnTo>
                  <a:cubicBezTo>
                    <a:pt x="4281297" y="0"/>
                    <a:pt x="4288790" y="7620"/>
                    <a:pt x="4288790" y="16891"/>
                  </a:cubicBezTo>
                  <a:lnTo>
                    <a:pt x="4288790" y="943483"/>
                  </a:lnTo>
                  <a:cubicBezTo>
                    <a:pt x="4288790" y="952881"/>
                    <a:pt x="4281170" y="960374"/>
                    <a:pt x="427189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271899" y="926592"/>
                  </a:lnTo>
                  <a:lnTo>
                    <a:pt x="4271899" y="943483"/>
                  </a:lnTo>
                  <a:lnTo>
                    <a:pt x="4255008" y="943483"/>
                  </a:lnTo>
                  <a:lnTo>
                    <a:pt x="4255008" y="16891"/>
                  </a:lnTo>
                  <a:lnTo>
                    <a:pt x="4271899" y="16891"/>
                  </a:lnTo>
                  <a:lnTo>
                    <a:pt x="42718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1649456" y="4663440"/>
            <a:ext cx="3191256" cy="694944"/>
            <a:chOff x="0" y="0"/>
            <a:chExt cx="4255008" cy="926592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255008" cy="926592"/>
            </a:xfrm>
            <a:custGeom>
              <a:avLst/>
              <a:gdLst/>
              <a:ahLst/>
              <a:cxnLst/>
              <a:rect r="r" b="b" t="t" l="l"/>
              <a:pathLst>
                <a:path h="926592" w="4255008">
                  <a:moveTo>
                    <a:pt x="0" y="0"/>
                  </a:moveTo>
                  <a:lnTo>
                    <a:pt x="4255008" y="0"/>
                  </a:lnTo>
                  <a:lnTo>
                    <a:pt x="425500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77" r="0" b="-39477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9525"/>
              <a:ext cx="4255008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Mortgage by Monga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5010895" y="4650743"/>
            <a:ext cx="2037083" cy="720347"/>
            <a:chOff x="0" y="0"/>
            <a:chExt cx="2716111" cy="960463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5023592" y="4663440"/>
            <a:ext cx="2011680" cy="694944"/>
            <a:chOff x="0" y="0"/>
            <a:chExt cx="2682240" cy="92659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DigiKard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718823" y="5656583"/>
            <a:ext cx="2037083" cy="720347"/>
            <a:chOff x="0" y="0"/>
            <a:chExt cx="2716111" cy="960463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731520" y="5669280"/>
            <a:ext cx="2011680" cy="694944"/>
            <a:chOff x="0" y="0"/>
            <a:chExt cx="2682240" cy="92659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LearnUp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2913383" y="5656583"/>
            <a:ext cx="2283971" cy="720347"/>
            <a:chOff x="0" y="0"/>
            <a:chExt cx="3045295" cy="960463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16891" y="16891"/>
              <a:ext cx="3011424" cy="926592"/>
            </a:xfrm>
            <a:custGeom>
              <a:avLst/>
              <a:gdLst/>
              <a:ahLst/>
              <a:cxnLst/>
              <a:rect r="r" b="b" t="t" l="l"/>
              <a:pathLst>
                <a:path h="926592" w="3011424">
                  <a:moveTo>
                    <a:pt x="0" y="0"/>
                  </a:moveTo>
                  <a:lnTo>
                    <a:pt x="3011424" y="0"/>
                  </a:lnTo>
                  <a:lnTo>
                    <a:pt x="301142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045206" cy="960376"/>
            </a:xfrm>
            <a:custGeom>
              <a:avLst/>
              <a:gdLst/>
              <a:ahLst/>
              <a:cxnLst/>
              <a:rect r="r" b="b" t="t" l="l"/>
              <a:pathLst>
                <a:path h="960376" w="3045206">
                  <a:moveTo>
                    <a:pt x="16891" y="0"/>
                  </a:moveTo>
                  <a:lnTo>
                    <a:pt x="3028315" y="0"/>
                  </a:lnTo>
                  <a:cubicBezTo>
                    <a:pt x="3037713" y="0"/>
                    <a:pt x="3045206" y="7620"/>
                    <a:pt x="3045206" y="16891"/>
                  </a:cubicBezTo>
                  <a:lnTo>
                    <a:pt x="3045206" y="943483"/>
                  </a:lnTo>
                  <a:cubicBezTo>
                    <a:pt x="3045206" y="952881"/>
                    <a:pt x="3037586" y="960374"/>
                    <a:pt x="302831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028315" y="926592"/>
                  </a:lnTo>
                  <a:lnTo>
                    <a:pt x="3028315" y="943483"/>
                  </a:lnTo>
                  <a:lnTo>
                    <a:pt x="3011424" y="943483"/>
                  </a:lnTo>
                  <a:lnTo>
                    <a:pt x="3011424" y="16891"/>
                  </a:lnTo>
                  <a:lnTo>
                    <a:pt x="3028315" y="16891"/>
                  </a:lnTo>
                  <a:lnTo>
                    <a:pt x="30283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2926080" y="5669280"/>
            <a:ext cx="2258568" cy="694944"/>
            <a:chOff x="0" y="0"/>
            <a:chExt cx="3011424" cy="926592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011424" cy="926592"/>
            </a:xfrm>
            <a:custGeom>
              <a:avLst/>
              <a:gdLst/>
              <a:ahLst/>
              <a:cxnLst/>
              <a:rect r="r" b="b" t="t" l="l"/>
              <a:pathLst>
                <a:path h="926592" w="3011424">
                  <a:moveTo>
                    <a:pt x="0" y="0"/>
                  </a:moveTo>
                  <a:lnTo>
                    <a:pt x="3011424" y="0"/>
                  </a:lnTo>
                  <a:lnTo>
                    <a:pt x="3011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9525"/>
              <a:ext cx="301142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Scoopwonder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5354831" y="5656583"/>
            <a:ext cx="2037083" cy="720347"/>
            <a:chOff x="0" y="0"/>
            <a:chExt cx="2716111" cy="960463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5367528" y="5669280"/>
            <a:ext cx="2011680" cy="694944"/>
            <a:chOff x="0" y="0"/>
            <a:chExt cx="2682240" cy="926592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Cremyo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7549391" y="5656583"/>
            <a:ext cx="2037083" cy="720347"/>
            <a:chOff x="0" y="0"/>
            <a:chExt cx="2716111" cy="960463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7562088" y="5669280"/>
            <a:ext cx="2011680" cy="694944"/>
            <a:chOff x="0" y="0"/>
            <a:chExt cx="2682240" cy="926592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Wilwin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9743951" y="5656583"/>
            <a:ext cx="2283971" cy="720347"/>
            <a:chOff x="0" y="0"/>
            <a:chExt cx="3045295" cy="960463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16891" y="16891"/>
              <a:ext cx="3011424" cy="926592"/>
            </a:xfrm>
            <a:custGeom>
              <a:avLst/>
              <a:gdLst/>
              <a:ahLst/>
              <a:cxnLst/>
              <a:rect r="r" b="b" t="t" l="l"/>
              <a:pathLst>
                <a:path h="926592" w="3011424">
                  <a:moveTo>
                    <a:pt x="0" y="0"/>
                  </a:moveTo>
                  <a:lnTo>
                    <a:pt x="3011424" y="0"/>
                  </a:lnTo>
                  <a:lnTo>
                    <a:pt x="301142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045206" cy="960376"/>
            </a:xfrm>
            <a:custGeom>
              <a:avLst/>
              <a:gdLst/>
              <a:ahLst/>
              <a:cxnLst/>
              <a:rect r="r" b="b" t="t" l="l"/>
              <a:pathLst>
                <a:path h="960376" w="3045206">
                  <a:moveTo>
                    <a:pt x="16891" y="0"/>
                  </a:moveTo>
                  <a:lnTo>
                    <a:pt x="3028315" y="0"/>
                  </a:lnTo>
                  <a:cubicBezTo>
                    <a:pt x="3037713" y="0"/>
                    <a:pt x="3045206" y="7620"/>
                    <a:pt x="3045206" y="16891"/>
                  </a:cubicBezTo>
                  <a:lnTo>
                    <a:pt x="3045206" y="943483"/>
                  </a:lnTo>
                  <a:cubicBezTo>
                    <a:pt x="3045206" y="952881"/>
                    <a:pt x="3037586" y="960374"/>
                    <a:pt x="302831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028315" y="926592"/>
                  </a:lnTo>
                  <a:lnTo>
                    <a:pt x="3028315" y="943483"/>
                  </a:lnTo>
                  <a:lnTo>
                    <a:pt x="3011424" y="943483"/>
                  </a:lnTo>
                  <a:lnTo>
                    <a:pt x="3011424" y="16891"/>
                  </a:lnTo>
                  <a:lnTo>
                    <a:pt x="3028315" y="16891"/>
                  </a:lnTo>
                  <a:lnTo>
                    <a:pt x="30283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9756648" y="5669280"/>
            <a:ext cx="2258568" cy="694944"/>
            <a:chOff x="0" y="0"/>
            <a:chExt cx="3011424" cy="9265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3011424" cy="926592"/>
            </a:xfrm>
            <a:custGeom>
              <a:avLst/>
              <a:gdLst/>
              <a:ahLst/>
              <a:cxnLst/>
              <a:rect r="r" b="b" t="t" l="l"/>
              <a:pathLst>
                <a:path h="926592" w="3011424">
                  <a:moveTo>
                    <a:pt x="0" y="0"/>
                  </a:moveTo>
                  <a:lnTo>
                    <a:pt x="3011424" y="0"/>
                  </a:lnTo>
                  <a:lnTo>
                    <a:pt x="3011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9525"/>
              <a:ext cx="301142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Kali Coffee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12185399" y="5656583"/>
            <a:ext cx="2037083" cy="720347"/>
            <a:chOff x="0" y="0"/>
            <a:chExt cx="2716111" cy="960463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2198096" y="5669280"/>
            <a:ext cx="2011680" cy="694944"/>
            <a:chOff x="0" y="0"/>
            <a:chExt cx="2682240" cy="926592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LG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718823" y="6662423"/>
            <a:ext cx="2037083" cy="720347"/>
            <a:chOff x="0" y="0"/>
            <a:chExt cx="2716111" cy="960463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16891" y="16891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2716022" cy="960376"/>
            </a:xfrm>
            <a:custGeom>
              <a:avLst/>
              <a:gdLst/>
              <a:ahLst/>
              <a:cxnLst/>
              <a:rect r="r" b="b" t="t" l="l"/>
              <a:pathLst>
                <a:path h="960376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731520" y="6675120"/>
            <a:ext cx="2011680" cy="694944"/>
            <a:chOff x="0" y="0"/>
            <a:chExt cx="2682240" cy="926592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MyBodyBox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" y="283443"/>
            <a:ext cx="1463040" cy="1490514"/>
            <a:chOff x="0" y="0"/>
            <a:chExt cx="195072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" cy="1987352"/>
            </a:xfrm>
            <a:custGeom>
              <a:avLst/>
              <a:gdLst/>
              <a:ahLst/>
              <a:cxnLst/>
              <a:rect r="r" b="b" t="t" l="l"/>
              <a:pathLst>
                <a:path h="19873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263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072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825046" y="524510"/>
            <a:ext cx="19938092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 TOP BRANDS ALONG WITH MY TOP TASKS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22520" y="2314575"/>
            <a:ext cx="5070517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ADS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1. Skywize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2. Garg Autos 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3. Elevate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4. Winsolar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5. Vinfast</a:t>
            </a:r>
          </a:p>
          <a:p>
            <a:pPr algn="just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6.Raj Assured </a:t>
            </a:r>
          </a:p>
          <a:p>
            <a:pPr algn="just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7. JK Bhasin </a:t>
            </a:r>
          </a:p>
          <a:p>
            <a:pPr algn="just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8. Wilwin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9. Hashtag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2857" y="2314575"/>
            <a:ext cx="5880088" cy="69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CONTENT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1. Hashtag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2. Digikard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3. AMPM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4. Skywize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5. Garg Autos 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6. Mortgage by Monga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7. Scoopwonder 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8. Kali Coffee 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9. Cremyo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10. Mybodybox 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11. Raj Assured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12. Meibotan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98455" y="2314575"/>
            <a:ext cx="5489545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SCRIPTS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1. JK Bhasin 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2. Skywize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3. Hashtag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4. Raj Assured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5. Achievers Castle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6. Digikard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7. Scoopwonder 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8. Cremyo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9. Mybodybox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 flipH="true" flipV="true">
            <a:off x="6893895" y="1897380"/>
            <a:ext cx="19050" cy="73609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12354937" y="1897429"/>
            <a:ext cx="19050" cy="73609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8390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90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548640"/>
            <a:ext cx="9144000" cy="615033"/>
            <a:chOff x="0" y="0"/>
            <a:chExt cx="12192000" cy="8200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820043"/>
            </a:xfrm>
            <a:custGeom>
              <a:avLst/>
              <a:gdLst/>
              <a:ahLst/>
              <a:cxnLst/>
              <a:rect r="r" b="b" t="t" l="l"/>
              <a:pathLst>
                <a:path h="820043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20043"/>
                  </a:lnTo>
                  <a:lnTo>
                    <a:pt x="0" y="820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25" r="0" b="-2268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192000" cy="829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 spc="575">
                  <a:solidFill>
                    <a:srgbClr val="E8390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CASE STUDY 01  ·  CONTENT PRODUCTION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060704"/>
            <a:ext cx="17190720" cy="1155055"/>
            <a:chOff x="0" y="0"/>
            <a:chExt cx="22920960" cy="15400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1540073"/>
            </a:xfrm>
            <a:custGeom>
              <a:avLst/>
              <a:gdLst/>
              <a:ahLst/>
              <a:cxnLst/>
              <a:rect r="r" b="b" t="t" l="l"/>
              <a:pathLst>
                <a:path h="1540073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40073"/>
                  </a:lnTo>
                  <a:lnTo>
                    <a:pt x="0" y="15400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914" r="0" b="-2390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920960" cy="1578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25+ VIDEOS.  10+ BRANDS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2231136"/>
            <a:ext cx="16459200" cy="512064"/>
            <a:chOff x="0" y="0"/>
            <a:chExt cx="219456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i="true" spc="200">
                  <a:solidFill>
                    <a:srgbClr val="8A7D6B"/>
                  </a:solidFill>
                  <a:latin typeface="Courier New Bold Italics"/>
                  <a:ea typeface="Courier New Bold Italics"/>
                  <a:cs typeface="Courier New Bold Italics"/>
                  <a:sym typeface="Courier New Bold Italics"/>
                </a:rPr>
                <a:t>Talking Head  ·  UGC  ·  On-Camera Talent  ·  DOP 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3004823"/>
            <a:ext cx="17216123" cy="25403"/>
            <a:chOff x="0" y="0"/>
            <a:chExt cx="22954831" cy="33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0"/>
              <a:ext cx="22920960" cy="33909"/>
            </a:xfrm>
            <a:custGeom>
              <a:avLst/>
              <a:gdLst/>
              <a:ahLst/>
              <a:cxnLst/>
              <a:rect r="r" b="b" t="t" l="l"/>
              <a:pathLst>
                <a:path h="33909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35943" y="3187703"/>
            <a:ext cx="4048763" cy="1762763"/>
            <a:chOff x="0" y="0"/>
            <a:chExt cx="5398351" cy="23503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5364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982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333371"/>
                  </a:lnTo>
                  <a:cubicBezTo>
                    <a:pt x="5398262" y="2342769"/>
                    <a:pt x="5390642" y="2350262"/>
                    <a:pt x="53813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5381371" y="2316480"/>
                  </a:lnTo>
                  <a:lnTo>
                    <a:pt x="5381371" y="2333371"/>
                  </a:lnTo>
                  <a:lnTo>
                    <a:pt x="5364480" y="23333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35943" y="4778759"/>
            <a:ext cx="4048763" cy="171707"/>
            <a:chOff x="0" y="0"/>
            <a:chExt cx="5398351" cy="2289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5364480" cy="195072"/>
            </a:xfrm>
            <a:custGeom>
              <a:avLst/>
              <a:gdLst/>
              <a:ahLst/>
              <a:cxnLst/>
              <a:rect r="r" b="b" t="t" l="l"/>
              <a:pathLst>
                <a:path h="1950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8390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98262" cy="228856"/>
            </a:xfrm>
            <a:custGeom>
              <a:avLst/>
              <a:gdLst/>
              <a:ahLst/>
              <a:cxnLst/>
              <a:rect r="r" b="b" t="t" l="l"/>
              <a:pathLst>
                <a:path h="22885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1963"/>
                  </a:lnTo>
                  <a:cubicBezTo>
                    <a:pt x="5398262" y="221361"/>
                    <a:pt x="5390642" y="228854"/>
                    <a:pt x="53813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81371" y="195072"/>
                  </a:lnTo>
                  <a:lnTo>
                    <a:pt x="5381371" y="211963"/>
                  </a:lnTo>
                  <a:lnTo>
                    <a:pt x="5364480" y="2119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90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8640" y="3328416"/>
            <a:ext cx="4023360" cy="1155055"/>
            <a:chOff x="0" y="0"/>
            <a:chExt cx="5364480" cy="15400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4480" cy="1540073"/>
            </a:xfrm>
            <a:custGeom>
              <a:avLst/>
              <a:gdLst/>
              <a:ahLst/>
              <a:cxnLst/>
              <a:rect r="r" b="b" t="t" l="l"/>
              <a:pathLst>
                <a:path h="1540073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40073"/>
                  </a:lnTo>
                  <a:lnTo>
                    <a:pt x="0" y="15400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8" r="0" b="-74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364480" cy="1578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25+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4297680"/>
            <a:ext cx="4023360" cy="438912"/>
            <a:chOff x="0" y="0"/>
            <a:chExt cx="536448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36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1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Videos Produced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88487" y="3187703"/>
            <a:ext cx="4048763" cy="1762763"/>
            <a:chOff x="0" y="0"/>
            <a:chExt cx="5398351" cy="23503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364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982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333371"/>
                  </a:lnTo>
                  <a:cubicBezTo>
                    <a:pt x="5398262" y="2342769"/>
                    <a:pt x="5390642" y="2350262"/>
                    <a:pt x="53813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5381371" y="2316480"/>
                  </a:lnTo>
                  <a:lnTo>
                    <a:pt x="5381371" y="2333371"/>
                  </a:lnTo>
                  <a:lnTo>
                    <a:pt x="5364480" y="23333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888487" y="4778759"/>
            <a:ext cx="4048763" cy="171707"/>
            <a:chOff x="0" y="0"/>
            <a:chExt cx="5398351" cy="2289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5364480" cy="195072"/>
            </a:xfrm>
            <a:custGeom>
              <a:avLst/>
              <a:gdLst/>
              <a:ahLst/>
              <a:cxnLst/>
              <a:rect r="r" b="b" t="t" l="l"/>
              <a:pathLst>
                <a:path h="1950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98262" cy="228856"/>
            </a:xfrm>
            <a:custGeom>
              <a:avLst/>
              <a:gdLst/>
              <a:ahLst/>
              <a:cxnLst/>
              <a:rect r="r" b="b" t="t" l="l"/>
              <a:pathLst>
                <a:path h="22885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1963"/>
                  </a:lnTo>
                  <a:cubicBezTo>
                    <a:pt x="5398262" y="221361"/>
                    <a:pt x="5390642" y="228854"/>
                    <a:pt x="53813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81371" y="195072"/>
                  </a:lnTo>
                  <a:lnTo>
                    <a:pt x="5381371" y="211963"/>
                  </a:lnTo>
                  <a:lnTo>
                    <a:pt x="5364480" y="2119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901184" y="3328416"/>
            <a:ext cx="4023360" cy="1155055"/>
            <a:chOff x="0" y="0"/>
            <a:chExt cx="5364480" cy="15400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1540073"/>
            </a:xfrm>
            <a:custGeom>
              <a:avLst/>
              <a:gdLst/>
              <a:ahLst/>
              <a:cxnLst/>
              <a:rect r="r" b="b" t="t" l="l"/>
              <a:pathLst>
                <a:path h="1540073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40073"/>
                  </a:lnTo>
                  <a:lnTo>
                    <a:pt x="0" y="15400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8" r="0" b="-745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64480" cy="1578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10+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901184" y="4297680"/>
            <a:ext cx="4023360" cy="438912"/>
            <a:chOff x="0" y="0"/>
            <a:chExt cx="536448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36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1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Brands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41031" y="3187703"/>
            <a:ext cx="4048763" cy="1762763"/>
            <a:chOff x="0" y="0"/>
            <a:chExt cx="5398351" cy="23503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5364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82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333371"/>
                  </a:lnTo>
                  <a:cubicBezTo>
                    <a:pt x="5398262" y="2342769"/>
                    <a:pt x="5390642" y="2350262"/>
                    <a:pt x="53813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5381371" y="2316480"/>
                  </a:lnTo>
                  <a:lnTo>
                    <a:pt x="5381371" y="2333371"/>
                  </a:lnTo>
                  <a:lnTo>
                    <a:pt x="5364480" y="23333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241031" y="4778759"/>
            <a:ext cx="4048763" cy="171707"/>
            <a:chOff x="0" y="0"/>
            <a:chExt cx="5398351" cy="22894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5364480" cy="195072"/>
            </a:xfrm>
            <a:custGeom>
              <a:avLst/>
              <a:gdLst/>
              <a:ahLst/>
              <a:cxnLst/>
              <a:rect r="r" b="b" t="t" l="l"/>
              <a:pathLst>
                <a:path h="1950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98262" cy="228856"/>
            </a:xfrm>
            <a:custGeom>
              <a:avLst/>
              <a:gdLst/>
              <a:ahLst/>
              <a:cxnLst/>
              <a:rect r="r" b="b" t="t" l="l"/>
              <a:pathLst>
                <a:path h="22885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1963"/>
                  </a:lnTo>
                  <a:cubicBezTo>
                    <a:pt x="5398262" y="221361"/>
                    <a:pt x="5390642" y="228854"/>
                    <a:pt x="53813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81371" y="195072"/>
                  </a:lnTo>
                  <a:lnTo>
                    <a:pt x="5381371" y="211963"/>
                  </a:lnTo>
                  <a:lnTo>
                    <a:pt x="5364480" y="2119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253728" y="3328416"/>
            <a:ext cx="4023360" cy="914400"/>
            <a:chOff x="0" y="0"/>
            <a:chExt cx="5364480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1.8M+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53728" y="4297680"/>
            <a:ext cx="4023360" cy="438912"/>
            <a:chOff x="0" y="0"/>
            <a:chExt cx="536448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36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1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Views — Top Reel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593575" y="3187703"/>
            <a:ext cx="4048763" cy="1762763"/>
            <a:chOff x="0" y="0"/>
            <a:chExt cx="5398351" cy="23503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5364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982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333371"/>
                  </a:lnTo>
                  <a:cubicBezTo>
                    <a:pt x="5398262" y="2342769"/>
                    <a:pt x="5390642" y="2350262"/>
                    <a:pt x="53813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5381371" y="2316480"/>
                  </a:lnTo>
                  <a:lnTo>
                    <a:pt x="5381371" y="2333371"/>
                  </a:lnTo>
                  <a:lnTo>
                    <a:pt x="5364480" y="23333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593575" y="4778759"/>
            <a:ext cx="4048763" cy="171707"/>
            <a:chOff x="0" y="0"/>
            <a:chExt cx="5398351" cy="22894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5364480" cy="195072"/>
            </a:xfrm>
            <a:custGeom>
              <a:avLst/>
              <a:gdLst/>
              <a:ahLst/>
              <a:cxnLst/>
              <a:rect r="r" b="b" t="t" l="l"/>
              <a:pathLst>
                <a:path h="1950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98262" cy="228856"/>
            </a:xfrm>
            <a:custGeom>
              <a:avLst/>
              <a:gdLst/>
              <a:ahLst/>
              <a:cxnLst/>
              <a:rect r="r" b="b" t="t" l="l"/>
              <a:pathLst>
                <a:path h="22885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1963"/>
                  </a:lnTo>
                  <a:cubicBezTo>
                    <a:pt x="5398262" y="221361"/>
                    <a:pt x="5390642" y="228854"/>
                    <a:pt x="53813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81371" y="195072"/>
                  </a:lnTo>
                  <a:lnTo>
                    <a:pt x="5381371" y="211963"/>
                  </a:lnTo>
                  <a:lnTo>
                    <a:pt x="5364480" y="2119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606272" y="3328416"/>
            <a:ext cx="4023360" cy="914400"/>
            <a:chOff x="0" y="0"/>
            <a:chExt cx="536448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1A120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606272" y="4297680"/>
            <a:ext cx="4023360" cy="438912"/>
            <a:chOff x="0" y="0"/>
            <a:chExt cx="536448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36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1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Cities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48640" y="5266944"/>
            <a:ext cx="8229600" cy="402336"/>
            <a:chOff x="0" y="0"/>
            <a:chExt cx="1097280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0972800" cy="545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400">
                  <a:solidFill>
                    <a:srgbClr val="E8390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WHAT I DID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35943" y="5693159"/>
            <a:ext cx="8072123" cy="25403"/>
            <a:chOff x="0" y="0"/>
            <a:chExt cx="10762831" cy="338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0"/>
              <a:ext cx="10728960" cy="33909"/>
            </a:xfrm>
            <a:custGeom>
              <a:avLst/>
              <a:gdLst/>
              <a:ahLst/>
              <a:cxnLst/>
              <a:rect r="r" b="b" t="t" l="l"/>
              <a:pathLst>
                <a:path h="33909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48640" y="5815584"/>
            <a:ext cx="8046720" cy="1653079"/>
            <a:chOff x="0" y="0"/>
            <a:chExt cx="10728960" cy="220410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28960" cy="2204105"/>
            </a:xfrm>
            <a:custGeom>
              <a:avLst/>
              <a:gdLst/>
              <a:ahLst/>
              <a:cxnLst/>
              <a:rect r="r" b="b" t="t" l="l"/>
              <a:pathLst>
                <a:path h="220410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204105"/>
                  </a:lnTo>
                  <a:lnTo>
                    <a:pt x="0" y="22041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64" r="0" b="-4463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23825"/>
              <a:ext cx="10728960" cy="2327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60"/>
                </a:lnSpc>
              </a:pPr>
              <a:r>
                <a:rPr lang="en-US" sz="2000">
                  <a:solidFill>
                    <a:srgbClr val="3A3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Took on dual role of on-camera talent and DOP simultaneously. Scripted the content, directed the shots, and delivered same day across brands. Most intensive: full production day in Gurgaon on 1 hour of sleep and 10+ videos delivered.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326880" y="5266944"/>
            <a:ext cx="8229600" cy="402336"/>
            <a:chOff x="0" y="0"/>
            <a:chExt cx="10972800" cy="536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10972800" cy="545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400">
                  <a:solidFill>
                    <a:srgbClr val="E8390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RESULTS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14183" y="5693159"/>
            <a:ext cx="8255003" cy="25403"/>
            <a:chOff x="0" y="0"/>
            <a:chExt cx="11006671" cy="3387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0"/>
              <a:ext cx="10972800" cy="33909"/>
            </a:xfrm>
            <a:custGeom>
              <a:avLst/>
              <a:gdLst/>
              <a:ahLst/>
              <a:cxnLst/>
              <a:rect r="r" b="b" t="t" l="l"/>
              <a:pathLst>
                <a:path h="3390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326880" y="5852160"/>
            <a:ext cx="402336" cy="402336"/>
            <a:chOff x="0" y="0"/>
            <a:chExt cx="536448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536448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390E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84080" y="5852160"/>
            <a:ext cx="7680960" cy="402336"/>
            <a:chOff x="0" y="0"/>
            <a:chExt cx="10241280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A3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1.8M+ views on single reel — solo written, directed &amp; performed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26880" y="6327648"/>
            <a:ext cx="402336" cy="402336"/>
            <a:chOff x="0" y="0"/>
            <a:chExt cx="536448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536448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390E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784080" y="6327648"/>
            <a:ext cx="7680960" cy="402336"/>
            <a:chOff x="0" y="0"/>
            <a:chExt cx="10241280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A3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  <a:r>
                <a:rPr lang="en-US" sz="1900">
                  <a:solidFill>
                    <a:srgbClr val="3A3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00+ followers gained from one organic piece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26880" y="6803136"/>
            <a:ext cx="402336" cy="402336"/>
            <a:chOff x="0" y="0"/>
            <a:chExt cx="536448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536448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390E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784080" y="6803136"/>
            <a:ext cx="7680960" cy="402336"/>
            <a:chOff x="0" y="0"/>
            <a:chExt cx="1024128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A3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10+ videos in a single out-of-station production day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326880" y="7278624"/>
            <a:ext cx="402336" cy="402336"/>
            <a:chOff x="0" y="0"/>
            <a:chExt cx="536448" cy="5364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536448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390E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784080" y="7278624"/>
            <a:ext cx="7680960" cy="402336"/>
            <a:chOff x="0" y="0"/>
            <a:chExt cx="1024128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A30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UGC + Talking Head formats across all 10+ Brands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48640" y="7772400"/>
            <a:ext cx="1828800" cy="365760"/>
            <a:chOff x="0" y="0"/>
            <a:chExt cx="243840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243840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BRANDS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181863" y="7704839"/>
            <a:ext cx="1442723" cy="482603"/>
            <a:chOff x="0" y="0"/>
            <a:chExt cx="1923631" cy="64347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23542" cy="643384"/>
            </a:xfrm>
            <a:custGeom>
              <a:avLst/>
              <a:gdLst/>
              <a:ahLst/>
              <a:cxnLst/>
              <a:rect r="r" b="b" t="t" l="l"/>
              <a:pathLst>
                <a:path h="643384" w="1923542">
                  <a:moveTo>
                    <a:pt x="16891" y="0"/>
                  </a:moveTo>
                  <a:lnTo>
                    <a:pt x="1906651" y="0"/>
                  </a:lnTo>
                  <a:cubicBezTo>
                    <a:pt x="1916049" y="0"/>
                    <a:pt x="1923542" y="7620"/>
                    <a:pt x="1923542" y="16891"/>
                  </a:cubicBezTo>
                  <a:lnTo>
                    <a:pt x="1923542" y="626491"/>
                  </a:lnTo>
                  <a:cubicBezTo>
                    <a:pt x="1923542" y="635889"/>
                    <a:pt x="1915922" y="643382"/>
                    <a:pt x="190665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1906651" y="609600"/>
                  </a:lnTo>
                  <a:lnTo>
                    <a:pt x="1906651" y="626491"/>
                  </a:lnTo>
                  <a:lnTo>
                    <a:pt x="1889760" y="626491"/>
                  </a:lnTo>
                  <a:lnTo>
                    <a:pt x="1889760" y="16891"/>
                  </a:lnTo>
                  <a:lnTo>
                    <a:pt x="1906651" y="16891"/>
                  </a:lnTo>
                  <a:lnTo>
                    <a:pt x="190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2194560" y="7717536"/>
            <a:ext cx="1417320" cy="457200"/>
            <a:chOff x="0" y="0"/>
            <a:chExt cx="188976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18897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Skywize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3745487" y="7704839"/>
            <a:ext cx="1991363" cy="482603"/>
            <a:chOff x="0" y="0"/>
            <a:chExt cx="2655151" cy="64347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262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655062" cy="643384"/>
            </a:xfrm>
            <a:custGeom>
              <a:avLst/>
              <a:gdLst/>
              <a:ahLst/>
              <a:cxnLst/>
              <a:rect r="r" b="b" t="t" l="l"/>
              <a:pathLst>
                <a:path h="643384" w="2655062">
                  <a:moveTo>
                    <a:pt x="16891" y="0"/>
                  </a:moveTo>
                  <a:lnTo>
                    <a:pt x="2638171" y="0"/>
                  </a:lnTo>
                  <a:cubicBezTo>
                    <a:pt x="2647569" y="0"/>
                    <a:pt x="2655062" y="7620"/>
                    <a:pt x="2655062" y="16891"/>
                  </a:cubicBezTo>
                  <a:lnTo>
                    <a:pt x="2655062" y="626491"/>
                  </a:lnTo>
                  <a:cubicBezTo>
                    <a:pt x="2655062" y="635889"/>
                    <a:pt x="2647442" y="643382"/>
                    <a:pt x="263817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638171" y="609600"/>
                  </a:lnTo>
                  <a:lnTo>
                    <a:pt x="2638171" y="626491"/>
                  </a:lnTo>
                  <a:lnTo>
                    <a:pt x="2621280" y="626491"/>
                  </a:lnTo>
                  <a:lnTo>
                    <a:pt x="2621280" y="16891"/>
                  </a:lnTo>
                  <a:lnTo>
                    <a:pt x="2638171" y="16891"/>
                  </a:lnTo>
                  <a:lnTo>
                    <a:pt x="2638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3758184" y="7717536"/>
            <a:ext cx="1965960" cy="457200"/>
            <a:chOff x="0" y="0"/>
            <a:chExt cx="2621280" cy="6096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62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26212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Scoopwonder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857751" y="7704839"/>
            <a:ext cx="1854203" cy="482603"/>
            <a:chOff x="0" y="0"/>
            <a:chExt cx="2472271" cy="64347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72182" cy="643384"/>
            </a:xfrm>
            <a:custGeom>
              <a:avLst/>
              <a:gdLst/>
              <a:ahLst/>
              <a:cxnLst/>
              <a:rect r="r" b="b" t="t" l="l"/>
              <a:pathLst>
                <a:path h="64338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626491"/>
                  </a:lnTo>
                  <a:cubicBezTo>
                    <a:pt x="2472182" y="635889"/>
                    <a:pt x="2464562" y="643382"/>
                    <a:pt x="245529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455291" y="609600"/>
                  </a:lnTo>
                  <a:lnTo>
                    <a:pt x="2455291" y="626491"/>
                  </a:lnTo>
                  <a:lnTo>
                    <a:pt x="2438400" y="62649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870448" y="7717536"/>
            <a:ext cx="1828800" cy="457200"/>
            <a:chOff x="0" y="0"/>
            <a:chExt cx="2438400" cy="6096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24384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Garg Autos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832855" y="7704839"/>
            <a:ext cx="1442723" cy="482603"/>
            <a:chOff x="0" y="0"/>
            <a:chExt cx="1923631" cy="64347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923542" cy="643384"/>
            </a:xfrm>
            <a:custGeom>
              <a:avLst/>
              <a:gdLst/>
              <a:ahLst/>
              <a:cxnLst/>
              <a:rect r="r" b="b" t="t" l="l"/>
              <a:pathLst>
                <a:path h="643384" w="1923542">
                  <a:moveTo>
                    <a:pt x="16891" y="0"/>
                  </a:moveTo>
                  <a:lnTo>
                    <a:pt x="1906651" y="0"/>
                  </a:lnTo>
                  <a:cubicBezTo>
                    <a:pt x="1916049" y="0"/>
                    <a:pt x="1923542" y="7620"/>
                    <a:pt x="1923542" y="16891"/>
                  </a:cubicBezTo>
                  <a:lnTo>
                    <a:pt x="1923542" y="626491"/>
                  </a:lnTo>
                  <a:cubicBezTo>
                    <a:pt x="1923542" y="635889"/>
                    <a:pt x="1915922" y="643382"/>
                    <a:pt x="190665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1906651" y="609600"/>
                  </a:lnTo>
                  <a:lnTo>
                    <a:pt x="1906651" y="626491"/>
                  </a:lnTo>
                  <a:lnTo>
                    <a:pt x="1889760" y="626491"/>
                  </a:lnTo>
                  <a:lnTo>
                    <a:pt x="1889760" y="16891"/>
                  </a:lnTo>
                  <a:lnTo>
                    <a:pt x="1906651" y="16891"/>
                  </a:lnTo>
                  <a:lnTo>
                    <a:pt x="190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7845552" y="7717536"/>
            <a:ext cx="1417320" cy="457200"/>
            <a:chOff x="0" y="0"/>
            <a:chExt cx="1889760" cy="6096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18897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Hashtag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96479" y="7704839"/>
            <a:ext cx="1579883" cy="482603"/>
            <a:chOff x="0" y="0"/>
            <a:chExt cx="2106511" cy="64347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06422" cy="643384"/>
            </a:xfrm>
            <a:custGeom>
              <a:avLst/>
              <a:gdLst/>
              <a:ahLst/>
              <a:cxnLst/>
              <a:rect r="r" b="b" t="t" l="l"/>
              <a:pathLst>
                <a:path h="64338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626491"/>
                  </a:lnTo>
                  <a:cubicBezTo>
                    <a:pt x="2106422" y="635889"/>
                    <a:pt x="2098802" y="643382"/>
                    <a:pt x="208953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089531" y="609600"/>
                  </a:lnTo>
                  <a:lnTo>
                    <a:pt x="2089531" y="626491"/>
                  </a:lnTo>
                  <a:lnTo>
                    <a:pt x="2072640" y="6264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409176" y="7717536"/>
            <a:ext cx="1554480" cy="457200"/>
            <a:chOff x="0" y="0"/>
            <a:chExt cx="2072640" cy="6096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207264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DigiKard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097263" y="7704839"/>
            <a:ext cx="1991363" cy="482603"/>
            <a:chOff x="0" y="0"/>
            <a:chExt cx="2655151" cy="64347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262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655062" cy="643384"/>
            </a:xfrm>
            <a:custGeom>
              <a:avLst/>
              <a:gdLst/>
              <a:ahLst/>
              <a:cxnLst/>
              <a:rect r="r" b="b" t="t" l="l"/>
              <a:pathLst>
                <a:path h="643384" w="2655062">
                  <a:moveTo>
                    <a:pt x="16891" y="0"/>
                  </a:moveTo>
                  <a:lnTo>
                    <a:pt x="2638171" y="0"/>
                  </a:lnTo>
                  <a:cubicBezTo>
                    <a:pt x="2647569" y="0"/>
                    <a:pt x="2655062" y="7620"/>
                    <a:pt x="2655062" y="16891"/>
                  </a:cubicBezTo>
                  <a:lnTo>
                    <a:pt x="2655062" y="626491"/>
                  </a:lnTo>
                  <a:cubicBezTo>
                    <a:pt x="2655062" y="635889"/>
                    <a:pt x="2647442" y="643382"/>
                    <a:pt x="263817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638171" y="609600"/>
                  </a:lnTo>
                  <a:lnTo>
                    <a:pt x="2638171" y="626491"/>
                  </a:lnTo>
                  <a:lnTo>
                    <a:pt x="2621280" y="626491"/>
                  </a:lnTo>
                  <a:lnTo>
                    <a:pt x="2621280" y="16891"/>
                  </a:lnTo>
                  <a:lnTo>
                    <a:pt x="2638171" y="16891"/>
                  </a:lnTo>
                  <a:lnTo>
                    <a:pt x="2638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1109960" y="7717536"/>
            <a:ext cx="1965960" cy="457200"/>
            <a:chOff x="0" y="0"/>
            <a:chExt cx="2621280" cy="6096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62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26212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Kali Coffee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209527" y="7704839"/>
            <a:ext cx="1031243" cy="482603"/>
            <a:chOff x="0" y="0"/>
            <a:chExt cx="1374991" cy="64347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341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374902" cy="643384"/>
            </a:xfrm>
            <a:custGeom>
              <a:avLst/>
              <a:gdLst/>
              <a:ahLst/>
              <a:cxnLst/>
              <a:rect r="r" b="b" t="t" l="l"/>
              <a:pathLst>
                <a:path h="64338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626491"/>
                  </a:lnTo>
                  <a:cubicBezTo>
                    <a:pt x="1374902" y="635889"/>
                    <a:pt x="1367282" y="643382"/>
                    <a:pt x="135801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1358011" y="609600"/>
                  </a:lnTo>
                  <a:lnTo>
                    <a:pt x="1358011" y="626491"/>
                  </a:lnTo>
                  <a:lnTo>
                    <a:pt x="1341120" y="6264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3222224" y="7717536"/>
            <a:ext cx="1005840" cy="457200"/>
            <a:chOff x="0" y="0"/>
            <a:chExt cx="1341120" cy="6096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341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13411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AMPM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361671" y="7704839"/>
            <a:ext cx="1717043" cy="482603"/>
            <a:chOff x="0" y="0"/>
            <a:chExt cx="2289391" cy="64347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2255520" cy="609600"/>
            </a:xfrm>
            <a:custGeom>
              <a:avLst/>
              <a:gdLst/>
              <a:ahLst/>
              <a:cxnLst/>
              <a:rect r="r" b="b" t="t" l="l"/>
              <a:pathLst>
                <a:path h="609600" w="2255520">
                  <a:moveTo>
                    <a:pt x="0" y="0"/>
                  </a:moveTo>
                  <a:lnTo>
                    <a:pt x="2255520" y="0"/>
                  </a:lnTo>
                  <a:lnTo>
                    <a:pt x="22555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89302" cy="643384"/>
            </a:xfrm>
            <a:custGeom>
              <a:avLst/>
              <a:gdLst/>
              <a:ahLst/>
              <a:cxnLst/>
              <a:rect r="r" b="b" t="t" l="l"/>
              <a:pathLst>
                <a:path h="643384" w="2289302">
                  <a:moveTo>
                    <a:pt x="16891" y="0"/>
                  </a:moveTo>
                  <a:lnTo>
                    <a:pt x="2272411" y="0"/>
                  </a:lnTo>
                  <a:cubicBezTo>
                    <a:pt x="2281809" y="0"/>
                    <a:pt x="2289302" y="7620"/>
                    <a:pt x="2289302" y="16891"/>
                  </a:cubicBezTo>
                  <a:lnTo>
                    <a:pt x="2289302" y="626491"/>
                  </a:lnTo>
                  <a:cubicBezTo>
                    <a:pt x="2289302" y="635889"/>
                    <a:pt x="2281682" y="643382"/>
                    <a:pt x="227241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272411" y="609600"/>
                  </a:lnTo>
                  <a:lnTo>
                    <a:pt x="2272411" y="626491"/>
                  </a:lnTo>
                  <a:lnTo>
                    <a:pt x="2255520" y="626491"/>
                  </a:lnTo>
                  <a:lnTo>
                    <a:pt x="2255520" y="16891"/>
                  </a:lnTo>
                  <a:lnTo>
                    <a:pt x="2272411" y="16891"/>
                  </a:lnTo>
                  <a:lnTo>
                    <a:pt x="2272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4374368" y="7717536"/>
            <a:ext cx="1691640" cy="457200"/>
            <a:chOff x="0" y="0"/>
            <a:chExt cx="2255520" cy="6096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255520" cy="609600"/>
            </a:xfrm>
            <a:custGeom>
              <a:avLst/>
              <a:gdLst/>
              <a:ahLst/>
              <a:cxnLst/>
              <a:rect r="r" b="b" t="t" l="l"/>
              <a:pathLst>
                <a:path h="609600" w="2255520">
                  <a:moveTo>
                    <a:pt x="0" y="0"/>
                  </a:moveTo>
                  <a:lnTo>
                    <a:pt x="2255520" y="0"/>
                  </a:lnTo>
                  <a:lnTo>
                    <a:pt x="2255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22555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Cremyo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-12697" y="8491223"/>
            <a:ext cx="18313403" cy="1808483"/>
            <a:chOff x="0" y="0"/>
            <a:chExt cx="24417871" cy="241131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24383999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A1208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4417782" cy="2411222"/>
            </a:xfrm>
            <a:custGeom>
              <a:avLst/>
              <a:gdLst/>
              <a:ahLst/>
              <a:cxnLst/>
              <a:rect r="r" b="b" t="t" l="l"/>
              <a:pathLst>
                <a:path h="24112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94331"/>
                  </a:lnTo>
                  <a:cubicBezTo>
                    <a:pt x="24417782" y="2403729"/>
                    <a:pt x="24410163" y="2411222"/>
                    <a:pt x="24400890" y="2411222"/>
                  </a:cubicBezTo>
                  <a:lnTo>
                    <a:pt x="16891" y="2411222"/>
                  </a:lnTo>
                  <a:cubicBezTo>
                    <a:pt x="7493" y="2411222"/>
                    <a:pt x="0" y="2403602"/>
                    <a:pt x="0" y="239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94331"/>
                  </a:lnTo>
                  <a:lnTo>
                    <a:pt x="16891" y="2394331"/>
                  </a:lnTo>
                  <a:lnTo>
                    <a:pt x="16891" y="2377440"/>
                  </a:lnTo>
                  <a:lnTo>
                    <a:pt x="24400890" y="2377440"/>
                  </a:lnTo>
                  <a:lnTo>
                    <a:pt x="24400890" y="2394331"/>
                  </a:lnTo>
                  <a:lnTo>
                    <a:pt x="24384000" y="23943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208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548640" y="8686800"/>
            <a:ext cx="914400" cy="1280160"/>
            <a:chOff x="0" y="0"/>
            <a:chExt cx="1219200" cy="17068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219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66675"/>
              <a:ext cx="121920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🎬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645920" y="8686800"/>
            <a:ext cx="16093440" cy="1280160"/>
            <a:chOff x="0" y="0"/>
            <a:chExt cx="21457920" cy="17068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 i="true">
                  <a:solidFill>
                    <a:srgbClr val="F5F0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"I don't just show up on camera. I script it, direct it, and deliver it. Same day, under pressure, across any brand."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6212064" y="7709535"/>
            <a:ext cx="1717043" cy="482603"/>
            <a:chOff x="0" y="0"/>
            <a:chExt cx="2289391" cy="64347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2255520" cy="609600"/>
            </a:xfrm>
            <a:custGeom>
              <a:avLst/>
              <a:gdLst/>
              <a:ahLst/>
              <a:cxnLst/>
              <a:rect r="r" b="b" t="t" l="l"/>
              <a:pathLst>
                <a:path h="609600" w="2255520">
                  <a:moveTo>
                    <a:pt x="0" y="0"/>
                  </a:moveTo>
                  <a:lnTo>
                    <a:pt x="2255520" y="0"/>
                  </a:lnTo>
                  <a:lnTo>
                    <a:pt x="22555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E8DE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289302" cy="643384"/>
            </a:xfrm>
            <a:custGeom>
              <a:avLst/>
              <a:gdLst/>
              <a:ahLst/>
              <a:cxnLst/>
              <a:rect r="r" b="b" t="t" l="l"/>
              <a:pathLst>
                <a:path h="643384" w="2289302">
                  <a:moveTo>
                    <a:pt x="16891" y="0"/>
                  </a:moveTo>
                  <a:lnTo>
                    <a:pt x="2272411" y="0"/>
                  </a:lnTo>
                  <a:cubicBezTo>
                    <a:pt x="2281809" y="0"/>
                    <a:pt x="2289302" y="7620"/>
                    <a:pt x="2289302" y="16891"/>
                  </a:cubicBezTo>
                  <a:lnTo>
                    <a:pt x="2289302" y="626491"/>
                  </a:lnTo>
                  <a:cubicBezTo>
                    <a:pt x="2289302" y="635889"/>
                    <a:pt x="2281682" y="643382"/>
                    <a:pt x="227241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272411" y="609600"/>
                  </a:lnTo>
                  <a:lnTo>
                    <a:pt x="2272411" y="626491"/>
                  </a:lnTo>
                  <a:lnTo>
                    <a:pt x="2255520" y="626491"/>
                  </a:lnTo>
                  <a:lnTo>
                    <a:pt x="2255520" y="16891"/>
                  </a:lnTo>
                  <a:lnTo>
                    <a:pt x="2272411" y="16891"/>
                  </a:lnTo>
                  <a:lnTo>
                    <a:pt x="2272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FAD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6162020" y="7722237"/>
            <a:ext cx="1691640" cy="457200"/>
            <a:chOff x="0" y="0"/>
            <a:chExt cx="2255520" cy="6096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255520" cy="609600"/>
            </a:xfrm>
            <a:custGeom>
              <a:avLst/>
              <a:gdLst/>
              <a:ahLst/>
              <a:cxnLst/>
              <a:rect r="r" b="b" t="t" l="l"/>
              <a:pathLst>
                <a:path h="609600" w="2255520">
                  <a:moveTo>
                    <a:pt x="0" y="0"/>
                  </a:moveTo>
                  <a:lnTo>
                    <a:pt x="2255520" y="0"/>
                  </a:lnTo>
                  <a:lnTo>
                    <a:pt x="2255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22555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8A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 More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548640"/>
            <a:ext cx="10972800" cy="457200"/>
            <a:chOff x="0" y="0"/>
            <a:chExt cx="146304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F5A62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CASE STUDY 02  ·  META ADS MANAGEMENT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060704"/>
            <a:ext cx="17190720" cy="1133856"/>
            <a:chOff x="0" y="0"/>
            <a:chExt cx="22920960" cy="1511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18" r="0" b="-2454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2920960" cy="153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5F0E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1,014+ LEADS.  ₹40,374 MANAGED.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2231136"/>
            <a:ext cx="16459200" cy="512064"/>
            <a:chOff x="0" y="0"/>
            <a:chExt cx="219456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 spc="200">
                  <a:solidFill>
                    <a:srgbClr val="666666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Lead Gen  ·  A/B Testing  ·  Pipeline Tracking  ·  Daily Ops  ·  10+ Live Campaigns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3004823"/>
            <a:ext cx="17216123" cy="25403"/>
            <a:chOff x="0" y="0"/>
            <a:chExt cx="22954831" cy="33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0"/>
              <a:ext cx="22920960" cy="33909"/>
            </a:xfrm>
            <a:custGeom>
              <a:avLst/>
              <a:gdLst/>
              <a:ahLst/>
              <a:cxnLst/>
              <a:rect r="r" b="b" t="t" l="l"/>
              <a:pathLst>
                <a:path h="33909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35943" y="3187703"/>
            <a:ext cx="4048763" cy="1762763"/>
            <a:chOff x="0" y="0"/>
            <a:chExt cx="5398351" cy="23503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5364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982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333371"/>
                  </a:lnTo>
                  <a:cubicBezTo>
                    <a:pt x="5398262" y="2342769"/>
                    <a:pt x="5390642" y="2350262"/>
                    <a:pt x="53813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5381371" y="2316480"/>
                  </a:lnTo>
                  <a:lnTo>
                    <a:pt x="5381371" y="2333371"/>
                  </a:lnTo>
                  <a:lnTo>
                    <a:pt x="5364480" y="23333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35943" y="4778759"/>
            <a:ext cx="4048763" cy="171707"/>
            <a:chOff x="0" y="0"/>
            <a:chExt cx="5398351" cy="2289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5364480" cy="195072"/>
            </a:xfrm>
            <a:custGeom>
              <a:avLst/>
              <a:gdLst/>
              <a:ahLst/>
              <a:cxnLst/>
              <a:rect r="r" b="b" t="t" l="l"/>
              <a:pathLst>
                <a:path h="1950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98262" cy="228856"/>
            </a:xfrm>
            <a:custGeom>
              <a:avLst/>
              <a:gdLst/>
              <a:ahLst/>
              <a:cxnLst/>
              <a:rect r="r" b="b" t="t" l="l"/>
              <a:pathLst>
                <a:path h="22885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1963"/>
                  </a:lnTo>
                  <a:cubicBezTo>
                    <a:pt x="5398262" y="221361"/>
                    <a:pt x="5390642" y="228854"/>
                    <a:pt x="53813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81371" y="195072"/>
                  </a:lnTo>
                  <a:lnTo>
                    <a:pt x="5381371" y="211963"/>
                  </a:lnTo>
                  <a:lnTo>
                    <a:pt x="5364480" y="2119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8640" y="3328416"/>
            <a:ext cx="4023360" cy="914400"/>
            <a:chOff x="0" y="0"/>
            <a:chExt cx="536448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3644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1,014+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4297680"/>
            <a:ext cx="4023360" cy="438912"/>
            <a:chOff x="0" y="0"/>
            <a:chExt cx="536448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36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1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Total Leads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88487" y="3187703"/>
            <a:ext cx="4048763" cy="1762763"/>
            <a:chOff x="0" y="0"/>
            <a:chExt cx="5398351" cy="23503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364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982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333371"/>
                  </a:lnTo>
                  <a:cubicBezTo>
                    <a:pt x="5398262" y="2342769"/>
                    <a:pt x="5390642" y="2350262"/>
                    <a:pt x="53813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5381371" y="2316480"/>
                  </a:lnTo>
                  <a:lnTo>
                    <a:pt x="5381371" y="2333371"/>
                  </a:lnTo>
                  <a:lnTo>
                    <a:pt x="5364480" y="23333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888487" y="4778759"/>
            <a:ext cx="4048763" cy="171707"/>
            <a:chOff x="0" y="0"/>
            <a:chExt cx="5398351" cy="2289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5364480" cy="195072"/>
            </a:xfrm>
            <a:custGeom>
              <a:avLst/>
              <a:gdLst/>
              <a:ahLst/>
              <a:cxnLst/>
              <a:rect r="r" b="b" t="t" l="l"/>
              <a:pathLst>
                <a:path h="1950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F0E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98262" cy="228856"/>
            </a:xfrm>
            <a:custGeom>
              <a:avLst/>
              <a:gdLst/>
              <a:ahLst/>
              <a:cxnLst/>
              <a:rect r="r" b="b" t="t" l="l"/>
              <a:pathLst>
                <a:path h="22885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1963"/>
                  </a:lnTo>
                  <a:cubicBezTo>
                    <a:pt x="5398262" y="221361"/>
                    <a:pt x="5390642" y="228854"/>
                    <a:pt x="53813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81371" y="195072"/>
                  </a:lnTo>
                  <a:lnTo>
                    <a:pt x="5381371" y="211963"/>
                  </a:lnTo>
                  <a:lnTo>
                    <a:pt x="5364480" y="2119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0E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901184" y="3328416"/>
            <a:ext cx="4023360" cy="914400"/>
            <a:chOff x="0" y="0"/>
            <a:chExt cx="536448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3644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5F0E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10+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901184" y="4297680"/>
            <a:ext cx="4023360" cy="438912"/>
            <a:chOff x="0" y="0"/>
            <a:chExt cx="536448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36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1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Campaigns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41031" y="3187703"/>
            <a:ext cx="4048763" cy="1762763"/>
            <a:chOff x="0" y="0"/>
            <a:chExt cx="5398351" cy="23503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5364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82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333371"/>
                  </a:lnTo>
                  <a:cubicBezTo>
                    <a:pt x="5398262" y="2342769"/>
                    <a:pt x="5390642" y="2350262"/>
                    <a:pt x="53813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5381371" y="2316480"/>
                  </a:lnTo>
                  <a:lnTo>
                    <a:pt x="5381371" y="2333371"/>
                  </a:lnTo>
                  <a:lnTo>
                    <a:pt x="5364480" y="23333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241031" y="4778759"/>
            <a:ext cx="4048763" cy="171707"/>
            <a:chOff x="0" y="0"/>
            <a:chExt cx="5398351" cy="22894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5364480" cy="195072"/>
            </a:xfrm>
            <a:custGeom>
              <a:avLst/>
              <a:gdLst/>
              <a:ahLst/>
              <a:cxnLst/>
              <a:rect r="r" b="b" t="t" l="l"/>
              <a:pathLst>
                <a:path h="1950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D8A4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98262" cy="228856"/>
            </a:xfrm>
            <a:custGeom>
              <a:avLst/>
              <a:gdLst/>
              <a:ahLst/>
              <a:cxnLst/>
              <a:rect r="r" b="b" t="t" l="l"/>
              <a:pathLst>
                <a:path h="22885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1963"/>
                  </a:lnTo>
                  <a:cubicBezTo>
                    <a:pt x="5398262" y="221361"/>
                    <a:pt x="5390642" y="228854"/>
                    <a:pt x="53813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81371" y="195072"/>
                  </a:lnTo>
                  <a:lnTo>
                    <a:pt x="5381371" y="211963"/>
                  </a:lnTo>
                  <a:lnTo>
                    <a:pt x="5364480" y="2119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8A4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253728" y="3328416"/>
            <a:ext cx="4023360" cy="914400"/>
            <a:chOff x="0" y="0"/>
            <a:chExt cx="5364480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3644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2D8A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~₹40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53728" y="4297680"/>
            <a:ext cx="4023360" cy="438912"/>
            <a:chOff x="0" y="0"/>
            <a:chExt cx="536448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36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1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Blended CPL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593575" y="3187703"/>
            <a:ext cx="4048763" cy="1762763"/>
            <a:chOff x="0" y="0"/>
            <a:chExt cx="5398351" cy="23503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5364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982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333371"/>
                  </a:lnTo>
                  <a:cubicBezTo>
                    <a:pt x="5398262" y="2342769"/>
                    <a:pt x="5390642" y="2350262"/>
                    <a:pt x="53813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5381371" y="2316480"/>
                  </a:lnTo>
                  <a:lnTo>
                    <a:pt x="5381371" y="2333371"/>
                  </a:lnTo>
                  <a:lnTo>
                    <a:pt x="5364480" y="23333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593575" y="4778759"/>
            <a:ext cx="4048763" cy="171707"/>
            <a:chOff x="0" y="0"/>
            <a:chExt cx="5398351" cy="22894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5364480" cy="195072"/>
            </a:xfrm>
            <a:custGeom>
              <a:avLst/>
              <a:gdLst/>
              <a:ahLst/>
              <a:cxnLst/>
              <a:rect r="r" b="b" t="t" l="l"/>
              <a:pathLst>
                <a:path h="1950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98262" cy="228856"/>
            </a:xfrm>
            <a:custGeom>
              <a:avLst/>
              <a:gdLst/>
              <a:ahLst/>
              <a:cxnLst/>
              <a:rect r="r" b="b" t="t" l="l"/>
              <a:pathLst>
                <a:path h="22885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1963"/>
                  </a:lnTo>
                  <a:cubicBezTo>
                    <a:pt x="5398262" y="221361"/>
                    <a:pt x="5390642" y="228854"/>
                    <a:pt x="538137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81371" y="195072"/>
                  </a:lnTo>
                  <a:lnTo>
                    <a:pt x="5381371" y="211963"/>
                  </a:lnTo>
                  <a:lnTo>
                    <a:pt x="5364480" y="2119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606272" y="3328416"/>
            <a:ext cx="4023360" cy="914400"/>
            <a:chOff x="0" y="0"/>
            <a:chExt cx="536448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3644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71%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606272" y="4297680"/>
            <a:ext cx="4023360" cy="438912"/>
            <a:chOff x="0" y="0"/>
            <a:chExt cx="536448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36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1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CPL Reduction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48640" y="5266944"/>
            <a:ext cx="8229600" cy="402336"/>
            <a:chOff x="0" y="0"/>
            <a:chExt cx="1097280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0972800" cy="545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400">
                  <a:solidFill>
                    <a:srgbClr val="F5A62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WHAT I DID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35943" y="5693159"/>
            <a:ext cx="8072123" cy="25403"/>
            <a:chOff x="0" y="0"/>
            <a:chExt cx="10762831" cy="338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0"/>
              <a:ext cx="10728960" cy="33909"/>
            </a:xfrm>
            <a:custGeom>
              <a:avLst/>
              <a:gdLst/>
              <a:ahLst/>
              <a:cxnLst/>
              <a:rect r="r" b="b" t="t" l="l"/>
              <a:pathLst>
                <a:path h="33909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48640" y="5815584"/>
            <a:ext cx="8046720" cy="1645920"/>
            <a:chOff x="0" y="0"/>
            <a:chExt cx="10728960" cy="2194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23825"/>
              <a:ext cx="1072896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60"/>
                </a:lnSpc>
              </a:pPr>
              <a:r>
                <a:rPr lang="en-US" sz="20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Managed 10+ live campaigns across 5 industries simultaneously. Updated lead sheets daily, ran A/B tests on creatives, and optimized continuously. Daily ops for 8–12 brands by Month 2.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326880" y="5266944"/>
            <a:ext cx="8229600" cy="402336"/>
            <a:chOff x="0" y="0"/>
            <a:chExt cx="10972800" cy="536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10972800" cy="545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400">
                  <a:solidFill>
                    <a:srgbClr val="F5A62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RESULTS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14183" y="5693159"/>
            <a:ext cx="8255003" cy="25403"/>
            <a:chOff x="0" y="0"/>
            <a:chExt cx="11006671" cy="3387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0"/>
              <a:ext cx="10972800" cy="33909"/>
            </a:xfrm>
            <a:custGeom>
              <a:avLst/>
              <a:gdLst/>
              <a:ahLst/>
              <a:cxnLst/>
              <a:rect r="r" b="b" t="t" l="l"/>
              <a:pathLst>
                <a:path h="3390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326880" y="5852160"/>
            <a:ext cx="402336" cy="402336"/>
            <a:chOff x="0" y="0"/>
            <a:chExt cx="536448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536448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A623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84080" y="5852160"/>
            <a:ext cx="7680960" cy="402336"/>
            <a:chOff x="0" y="0"/>
            <a:chExt cx="10241280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₹25.53 CPL-  best performer, Raj Assured 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26880" y="6327648"/>
            <a:ext cx="402336" cy="402336"/>
            <a:chOff x="0" y="0"/>
            <a:chExt cx="536448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536448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A623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784080" y="6327648"/>
            <a:ext cx="7680960" cy="402336"/>
            <a:chOff x="0" y="0"/>
            <a:chExt cx="10241280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372 leads for Garg Autos across 3 campaigns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26880" y="6803136"/>
            <a:ext cx="402336" cy="402336"/>
            <a:chOff x="0" y="0"/>
            <a:chExt cx="536448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536448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A623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784080" y="6803136"/>
            <a:ext cx="7680960" cy="402336"/>
            <a:chOff x="0" y="0"/>
            <a:chExt cx="1024128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71% CPL drop for Elevate, ₹97 → ₹28 via A/B test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326880" y="7278624"/>
            <a:ext cx="402336" cy="402336"/>
            <a:chOff x="0" y="0"/>
            <a:chExt cx="536448" cy="5364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536448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A623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784080" y="7278624"/>
            <a:ext cx="7680960" cy="402336"/>
            <a:chOff x="0" y="0"/>
            <a:chExt cx="1024128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387 leads for Elevate in total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48640" y="7772400"/>
            <a:ext cx="1828800" cy="365760"/>
            <a:chOff x="0" y="0"/>
            <a:chExt cx="243840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2438400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5555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BRANDS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181863" y="7704839"/>
            <a:ext cx="1854203" cy="482603"/>
            <a:chOff x="0" y="0"/>
            <a:chExt cx="2472271" cy="64347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72182" cy="643384"/>
            </a:xfrm>
            <a:custGeom>
              <a:avLst/>
              <a:gdLst/>
              <a:ahLst/>
              <a:cxnLst/>
              <a:rect r="r" b="b" t="t" l="l"/>
              <a:pathLst>
                <a:path h="643384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626491"/>
                  </a:lnTo>
                  <a:cubicBezTo>
                    <a:pt x="2472182" y="635889"/>
                    <a:pt x="2464562" y="643382"/>
                    <a:pt x="245529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455291" y="609600"/>
                  </a:lnTo>
                  <a:lnTo>
                    <a:pt x="2455291" y="626491"/>
                  </a:lnTo>
                  <a:lnTo>
                    <a:pt x="2438400" y="62649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2194560" y="7717536"/>
            <a:ext cx="1828800" cy="457200"/>
            <a:chOff x="0" y="0"/>
            <a:chExt cx="243840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24384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Garg Autos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156967" y="7704839"/>
            <a:ext cx="1442723" cy="482603"/>
            <a:chOff x="0" y="0"/>
            <a:chExt cx="1923631" cy="64347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923542" cy="643384"/>
            </a:xfrm>
            <a:custGeom>
              <a:avLst/>
              <a:gdLst/>
              <a:ahLst/>
              <a:cxnLst/>
              <a:rect r="r" b="b" t="t" l="l"/>
              <a:pathLst>
                <a:path h="643384" w="1923542">
                  <a:moveTo>
                    <a:pt x="16891" y="0"/>
                  </a:moveTo>
                  <a:lnTo>
                    <a:pt x="1906651" y="0"/>
                  </a:lnTo>
                  <a:cubicBezTo>
                    <a:pt x="1916049" y="0"/>
                    <a:pt x="1923542" y="7620"/>
                    <a:pt x="1923542" y="16891"/>
                  </a:cubicBezTo>
                  <a:lnTo>
                    <a:pt x="1923542" y="626491"/>
                  </a:lnTo>
                  <a:cubicBezTo>
                    <a:pt x="1923542" y="635889"/>
                    <a:pt x="1915922" y="643382"/>
                    <a:pt x="190665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1906651" y="609600"/>
                  </a:lnTo>
                  <a:lnTo>
                    <a:pt x="1906651" y="626491"/>
                  </a:lnTo>
                  <a:lnTo>
                    <a:pt x="1889760" y="626491"/>
                  </a:lnTo>
                  <a:lnTo>
                    <a:pt x="1889760" y="16891"/>
                  </a:lnTo>
                  <a:lnTo>
                    <a:pt x="1906651" y="16891"/>
                  </a:lnTo>
                  <a:lnTo>
                    <a:pt x="190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4169664" y="7717536"/>
            <a:ext cx="1417320" cy="457200"/>
            <a:chOff x="0" y="0"/>
            <a:chExt cx="1889760" cy="6096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18897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Elevate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720591" y="7704839"/>
            <a:ext cx="1991363" cy="482603"/>
            <a:chOff x="0" y="0"/>
            <a:chExt cx="2655151" cy="64347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262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655062" cy="643384"/>
            </a:xfrm>
            <a:custGeom>
              <a:avLst/>
              <a:gdLst/>
              <a:ahLst/>
              <a:cxnLst/>
              <a:rect r="r" b="b" t="t" l="l"/>
              <a:pathLst>
                <a:path h="643384" w="2655062">
                  <a:moveTo>
                    <a:pt x="16891" y="0"/>
                  </a:moveTo>
                  <a:lnTo>
                    <a:pt x="2638171" y="0"/>
                  </a:lnTo>
                  <a:cubicBezTo>
                    <a:pt x="2647569" y="0"/>
                    <a:pt x="2655062" y="7620"/>
                    <a:pt x="2655062" y="16891"/>
                  </a:cubicBezTo>
                  <a:lnTo>
                    <a:pt x="2655062" y="626491"/>
                  </a:lnTo>
                  <a:cubicBezTo>
                    <a:pt x="2655062" y="635889"/>
                    <a:pt x="2647442" y="643382"/>
                    <a:pt x="263817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638171" y="609600"/>
                  </a:lnTo>
                  <a:lnTo>
                    <a:pt x="2638171" y="626491"/>
                  </a:lnTo>
                  <a:lnTo>
                    <a:pt x="2621280" y="626491"/>
                  </a:lnTo>
                  <a:lnTo>
                    <a:pt x="2621280" y="16891"/>
                  </a:lnTo>
                  <a:lnTo>
                    <a:pt x="2638171" y="16891"/>
                  </a:lnTo>
                  <a:lnTo>
                    <a:pt x="2638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733288" y="7717536"/>
            <a:ext cx="1965960" cy="457200"/>
            <a:chOff x="0" y="0"/>
            <a:chExt cx="2621280" cy="6096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62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26212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Raj Assured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832855" y="7704839"/>
            <a:ext cx="1442723" cy="482603"/>
            <a:chOff x="0" y="0"/>
            <a:chExt cx="1923631" cy="64347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923542" cy="643384"/>
            </a:xfrm>
            <a:custGeom>
              <a:avLst/>
              <a:gdLst/>
              <a:ahLst/>
              <a:cxnLst/>
              <a:rect r="r" b="b" t="t" l="l"/>
              <a:pathLst>
                <a:path h="643384" w="1923542">
                  <a:moveTo>
                    <a:pt x="16891" y="0"/>
                  </a:moveTo>
                  <a:lnTo>
                    <a:pt x="1906651" y="0"/>
                  </a:lnTo>
                  <a:cubicBezTo>
                    <a:pt x="1916049" y="0"/>
                    <a:pt x="1923542" y="7620"/>
                    <a:pt x="1923542" y="16891"/>
                  </a:cubicBezTo>
                  <a:lnTo>
                    <a:pt x="1923542" y="626491"/>
                  </a:lnTo>
                  <a:cubicBezTo>
                    <a:pt x="1923542" y="635889"/>
                    <a:pt x="1915922" y="643382"/>
                    <a:pt x="190665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1906651" y="609600"/>
                  </a:lnTo>
                  <a:lnTo>
                    <a:pt x="1906651" y="626491"/>
                  </a:lnTo>
                  <a:lnTo>
                    <a:pt x="1889760" y="626491"/>
                  </a:lnTo>
                  <a:lnTo>
                    <a:pt x="1889760" y="16891"/>
                  </a:lnTo>
                  <a:lnTo>
                    <a:pt x="1906651" y="16891"/>
                  </a:lnTo>
                  <a:lnTo>
                    <a:pt x="190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7845552" y="7717536"/>
            <a:ext cx="1417320" cy="457200"/>
            <a:chOff x="0" y="0"/>
            <a:chExt cx="1889760" cy="6096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18897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Skywize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96479" y="7704839"/>
            <a:ext cx="1717043" cy="482603"/>
            <a:chOff x="0" y="0"/>
            <a:chExt cx="2289391" cy="64347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2255520" cy="609600"/>
            </a:xfrm>
            <a:custGeom>
              <a:avLst/>
              <a:gdLst/>
              <a:ahLst/>
              <a:cxnLst/>
              <a:rect r="r" b="b" t="t" l="l"/>
              <a:pathLst>
                <a:path h="609600" w="2255520">
                  <a:moveTo>
                    <a:pt x="0" y="0"/>
                  </a:moveTo>
                  <a:lnTo>
                    <a:pt x="2255520" y="0"/>
                  </a:lnTo>
                  <a:lnTo>
                    <a:pt x="225552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289302" cy="643384"/>
            </a:xfrm>
            <a:custGeom>
              <a:avLst/>
              <a:gdLst/>
              <a:ahLst/>
              <a:cxnLst/>
              <a:rect r="r" b="b" t="t" l="l"/>
              <a:pathLst>
                <a:path h="643384" w="2289302">
                  <a:moveTo>
                    <a:pt x="16891" y="0"/>
                  </a:moveTo>
                  <a:lnTo>
                    <a:pt x="2272411" y="0"/>
                  </a:lnTo>
                  <a:cubicBezTo>
                    <a:pt x="2281809" y="0"/>
                    <a:pt x="2289302" y="7620"/>
                    <a:pt x="2289302" y="16891"/>
                  </a:cubicBezTo>
                  <a:lnTo>
                    <a:pt x="2289302" y="626491"/>
                  </a:lnTo>
                  <a:cubicBezTo>
                    <a:pt x="2289302" y="635889"/>
                    <a:pt x="2281682" y="643382"/>
                    <a:pt x="227241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272411" y="609600"/>
                  </a:lnTo>
                  <a:lnTo>
                    <a:pt x="2272411" y="626491"/>
                  </a:lnTo>
                  <a:lnTo>
                    <a:pt x="2255520" y="626491"/>
                  </a:lnTo>
                  <a:lnTo>
                    <a:pt x="2255520" y="16891"/>
                  </a:lnTo>
                  <a:lnTo>
                    <a:pt x="2272411" y="16891"/>
                  </a:lnTo>
                  <a:lnTo>
                    <a:pt x="2272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409176" y="7717536"/>
            <a:ext cx="1691640" cy="457200"/>
            <a:chOff x="0" y="0"/>
            <a:chExt cx="2255520" cy="6096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255520" cy="609600"/>
            </a:xfrm>
            <a:custGeom>
              <a:avLst/>
              <a:gdLst/>
              <a:ahLst/>
              <a:cxnLst/>
              <a:rect r="r" b="b" t="t" l="l"/>
              <a:pathLst>
                <a:path h="609600" w="2255520">
                  <a:moveTo>
                    <a:pt x="0" y="0"/>
                  </a:moveTo>
                  <a:lnTo>
                    <a:pt x="2255520" y="0"/>
                  </a:lnTo>
                  <a:lnTo>
                    <a:pt x="2255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225552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JK Bhasin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234423" y="7704839"/>
            <a:ext cx="1442723" cy="482603"/>
            <a:chOff x="0" y="0"/>
            <a:chExt cx="1923631" cy="64347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23542" cy="643384"/>
            </a:xfrm>
            <a:custGeom>
              <a:avLst/>
              <a:gdLst/>
              <a:ahLst/>
              <a:cxnLst/>
              <a:rect r="r" b="b" t="t" l="l"/>
              <a:pathLst>
                <a:path h="643384" w="1923542">
                  <a:moveTo>
                    <a:pt x="16891" y="0"/>
                  </a:moveTo>
                  <a:lnTo>
                    <a:pt x="1906651" y="0"/>
                  </a:lnTo>
                  <a:cubicBezTo>
                    <a:pt x="1916049" y="0"/>
                    <a:pt x="1923542" y="7620"/>
                    <a:pt x="1923542" y="16891"/>
                  </a:cubicBezTo>
                  <a:lnTo>
                    <a:pt x="1923542" y="626491"/>
                  </a:lnTo>
                  <a:cubicBezTo>
                    <a:pt x="1923542" y="635889"/>
                    <a:pt x="1915922" y="643382"/>
                    <a:pt x="190665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1906651" y="609600"/>
                  </a:lnTo>
                  <a:lnTo>
                    <a:pt x="1906651" y="626491"/>
                  </a:lnTo>
                  <a:lnTo>
                    <a:pt x="1889760" y="626491"/>
                  </a:lnTo>
                  <a:lnTo>
                    <a:pt x="1889760" y="16891"/>
                  </a:lnTo>
                  <a:lnTo>
                    <a:pt x="1906651" y="16891"/>
                  </a:lnTo>
                  <a:lnTo>
                    <a:pt x="190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1247120" y="7717536"/>
            <a:ext cx="1417320" cy="457200"/>
            <a:chOff x="0" y="0"/>
            <a:chExt cx="1889760" cy="6096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18897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Hashtag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2798047" y="7704839"/>
            <a:ext cx="1442723" cy="482603"/>
            <a:chOff x="0" y="0"/>
            <a:chExt cx="1923631" cy="64347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923542" cy="643384"/>
            </a:xfrm>
            <a:custGeom>
              <a:avLst/>
              <a:gdLst/>
              <a:ahLst/>
              <a:cxnLst/>
              <a:rect r="r" b="b" t="t" l="l"/>
              <a:pathLst>
                <a:path h="643384" w="1923542">
                  <a:moveTo>
                    <a:pt x="16891" y="0"/>
                  </a:moveTo>
                  <a:lnTo>
                    <a:pt x="1906651" y="0"/>
                  </a:lnTo>
                  <a:cubicBezTo>
                    <a:pt x="1916049" y="0"/>
                    <a:pt x="1923542" y="7620"/>
                    <a:pt x="1923542" y="16891"/>
                  </a:cubicBezTo>
                  <a:lnTo>
                    <a:pt x="1923542" y="626491"/>
                  </a:lnTo>
                  <a:cubicBezTo>
                    <a:pt x="1923542" y="635889"/>
                    <a:pt x="1915922" y="643382"/>
                    <a:pt x="190665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1906651" y="609600"/>
                  </a:lnTo>
                  <a:lnTo>
                    <a:pt x="1906651" y="626491"/>
                  </a:lnTo>
                  <a:lnTo>
                    <a:pt x="1889760" y="626491"/>
                  </a:lnTo>
                  <a:lnTo>
                    <a:pt x="1889760" y="16891"/>
                  </a:lnTo>
                  <a:lnTo>
                    <a:pt x="1906651" y="16891"/>
                  </a:lnTo>
                  <a:lnTo>
                    <a:pt x="1906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810744" y="7717536"/>
            <a:ext cx="1417320" cy="457200"/>
            <a:chOff x="0" y="0"/>
            <a:chExt cx="1889760" cy="6096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88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03" r="0" b="-10403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18897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Vinfast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361671" y="7704839"/>
            <a:ext cx="1579883" cy="482603"/>
            <a:chOff x="0" y="0"/>
            <a:chExt cx="2106511" cy="64347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106422" cy="643384"/>
            </a:xfrm>
            <a:custGeom>
              <a:avLst/>
              <a:gdLst/>
              <a:ahLst/>
              <a:cxnLst/>
              <a:rect r="r" b="b" t="t" l="l"/>
              <a:pathLst>
                <a:path h="64338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626491"/>
                  </a:lnTo>
                  <a:cubicBezTo>
                    <a:pt x="2106422" y="635889"/>
                    <a:pt x="2098802" y="643382"/>
                    <a:pt x="208953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089531" y="609600"/>
                  </a:lnTo>
                  <a:lnTo>
                    <a:pt x="2089531" y="626491"/>
                  </a:lnTo>
                  <a:lnTo>
                    <a:pt x="2072640" y="6264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4387074" y="7709535"/>
            <a:ext cx="1554480" cy="457200"/>
            <a:chOff x="0" y="0"/>
            <a:chExt cx="2072640" cy="6096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207264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Winsolar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-12697" y="8491223"/>
            <a:ext cx="18313403" cy="1808483"/>
            <a:chOff x="0" y="0"/>
            <a:chExt cx="24417871" cy="241131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24383999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E8390E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4417782" cy="2411222"/>
            </a:xfrm>
            <a:custGeom>
              <a:avLst/>
              <a:gdLst/>
              <a:ahLst/>
              <a:cxnLst/>
              <a:rect r="r" b="b" t="t" l="l"/>
              <a:pathLst>
                <a:path h="24112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94331"/>
                  </a:lnTo>
                  <a:cubicBezTo>
                    <a:pt x="24417782" y="2403729"/>
                    <a:pt x="24410163" y="2411222"/>
                    <a:pt x="24400890" y="2411222"/>
                  </a:cubicBezTo>
                  <a:lnTo>
                    <a:pt x="16891" y="2411222"/>
                  </a:lnTo>
                  <a:cubicBezTo>
                    <a:pt x="7493" y="2411222"/>
                    <a:pt x="0" y="2403602"/>
                    <a:pt x="0" y="239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94331"/>
                  </a:lnTo>
                  <a:lnTo>
                    <a:pt x="16891" y="2394331"/>
                  </a:lnTo>
                  <a:lnTo>
                    <a:pt x="16891" y="2377440"/>
                  </a:lnTo>
                  <a:lnTo>
                    <a:pt x="24400890" y="2377440"/>
                  </a:lnTo>
                  <a:lnTo>
                    <a:pt x="24400890" y="2394331"/>
                  </a:lnTo>
                  <a:lnTo>
                    <a:pt x="24384000" y="23943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90E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548640" y="8686800"/>
            <a:ext cx="914400" cy="1280160"/>
            <a:chOff x="0" y="0"/>
            <a:chExt cx="1219200" cy="17068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219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66675"/>
              <a:ext cx="121920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645920" y="8686800"/>
            <a:ext cx="16093440" cy="1280160"/>
            <a:chOff x="0" y="0"/>
            <a:chExt cx="21457920" cy="17068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8"/>
                </a:lnSpc>
              </a:pPr>
              <a:r>
                <a:rPr lang="en-US" sz="23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"I don't just run ads. I track, optimize, and deliver results.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6084429" y="7709535"/>
            <a:ext cx="1579883" cy="482603"/>
            <a:chOff x="0" y="0"/>
            <a:chExt cx="2106511" cy="64347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A2010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106422" cy="643384"/>
            </a:xfrm>
            <a:custGeom>
              <a:avLst/>
              <a:gdLst/>
              <a:ahLst/>
              <a:cxnLst/>
              <a:rect r="r" b="b" t="t" l="l"/>
              <a:pathLst>
                <a:path h="64338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626491"/>
                  </a:lnTo>
                  <a:cubicBezTo>
                    <a:pt x="2106422" y="635889"/>
                    <a:pt x="2098802" y="643382"/>
                    <a:pt x="208953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089531" y="609600"/>
                  </a:lnTo>
                  <a:lnTo>
                    <a:pt x="2089531" y="626491"/>
                  </a:lnTo>
                  <a:lnTo>
                    <a:pt x="2072640" y="6264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6103479" y="7719060"/>
            <a:ext cx="1554480" cy="457200"/>
            <a:chOff x="0" y="0"/>
            <a:chExt cx="2072640" cy="6096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207264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 More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045" y="65006"/>
            <a:ext cx="1463040" cy="1490514"/>
            <a:chOff x="0" y="0"/>
            <a:chExt cx="195072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" cy="1987352"/>
            </a:xfrm>
            <a:custGeom>
              <a:avLst/>
              <a:gdLst/>
              <a:ahLst/>
              <a:cxnLst/>
              <a:rect r="r" b="b" t="t" l="l"/>
              <a:pathLst>
                <a:path h="19873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263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072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04085" y="238763"/>
            <a:ext cx="603912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Value I Provided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045" y="2646299"/>
            <a:ext cx="17259300" cy="556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I delivered efficiently at Intern Level</a:t>
            </a:r>
          </a:p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I reduce cost by handling multiple roles</a:t>
            </a:r>
          </a:p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Reduced dependency on senior team by handling multiple tasks</a:t>
            </a:r>
            <a:r>
              <a:rPr lang="en-US" sz="4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Can manage Content, Meta Ads and Scriptwriting </a:t>
            </a:r>
          </a:p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Worked across multiple industries </a:t>
            </a:r>
          </a:p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Communicate with Clients easily</a:t>
            </a:r>
          </a:p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Fit into many roles while shooting content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045" y="65006"/>
            <a:ext cx="1463040" cy="1490514"/>
            <a:chOff x="0" y="0"/>
            <a:chExt cx="195072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" cy="1987352"/>
            </a:xfrm>
            <a:custGeom>
              <a:avLst/>
              <a:gdLst/>
              <a:ahLst/>
              <a:cxnLst/>
              <a:rect r="r" b="b" t="t" l="l"/>
              <a:pathLst>
                <a:path h="19873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263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072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E839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38763"/>
            <a:ext cx="1313887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changes if I go full-time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70925"/>
            <a:ext cx="16601534" cy="563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Increase content output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Better learning and execution for Meta and Google Ads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take ownership of Clients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Better Ideation and faster Execution 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Will be helpful in onboarding for international clients 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Experimenting with new creative ideas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 workload on senior team members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93000" y="4274503"/>
            <a:ext cx="69019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MERA परिश्रम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4044" y="2370934"/>
            <a:ext cx="4190569" cy="5259576"/>
          </a:xfrm>
          <a:custGeom>
            <a:avLst/>
            <a:gdLst/>
            <a:ahLst/>
            <a:cxnLst/>
            <a:rect r="r" b="b" t="t" l="l"/>
            <a:pathLst>
              <a:path h="5259576" w="4190569">
                <a:moveTo>
                  <a:pt x="0" y="0"/>
                </a:moveTo>
                <a:lnTo>
                  <a:pt x="4190569" y="0"/>
                </a:lnTo>
                <a:lnTo>
                  <a:pt x="4190569" y="5259576"/>
                </a:lnTo>
                <a:lnTo>
                  <a:pt x="0" y="5259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64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77656" y="2370934"/>
            <a:ext cx="4122032" cy="5259576"/>
          </a:xfrm>
          <a:custGeom>
            <a:avLst/>
            <a:gdLst/>
            <a:ahLst/>
            <a:cxnLst/>
            <a:rect r="r" b="b" t="t" l="l"/>
            <a:pathLst>
              <a:path h="5259576" w="4122032">
                <a:moveTo>
                  <a:pt x="0" y="0"/>
                </a:moveTo>
                <a:lnTo>
                  <a:pt x="4122032" y="0"/>
                </a:lnTo>
                <a:lnTo>
                  <a:pt x="4122032" y="5259576"/>
                </a:lnTo>
                <a:lnTo>
                  <a:pt x="0" y="5259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32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62412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Day 1 of Internship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47501" y="933450"/>
            <a:ext cx="67823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Day 60 of Internship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3876" y="8371205"/>
            <a:ext cx="1168024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(itni मेहनत ki haircut ka time नहीं mila)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9385" y="3648974"/>
            <a:ext cx="489119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 STRENGTH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68988" y="4469394"/>
            <a:ext cx="371199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 Glorious Mind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341444" y="3883289"/>
            <a:ext cx="7946556" cy="1305560"/>
            <a:chOff x="0" y="0"/>
            <a:chExt cx="10595408" cy="174074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072806" y="-95250"/>
              <a:ext cx="6449796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MY WEAKNESS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89118"/>
              <a:ext cx="10595408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Nothing (</a:t>
              </a: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jk, content calendars maybe)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9385" y="6326134"/>
            <a:ext cx="5953666" cy="1305560"/>
            <a:chOff x="0" y="0"/>
            <a:chExt cx="7938222" cy="174074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814" y="-95250"/>
              <a:ext cx="7932593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MY OPPORTUNITY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89118"/>
              <a:ext cx="7938222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Ek badiya F&amp;B wala client 🍽️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415729" y="6230884"/>
            <a:ext cx="41633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 THREATS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86184" y="7051304"/>
            <a:ext cx="24224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खाली पेट काम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9681" y="857250"/>
            <a:ext cx="1323000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MERA SWOT ANALYSIS </a:t>
            </a:r>
          </a:p>
        </p:txBody>
      </p:sp>
      <p:sp>
        <p:nvSpPr>
          <p:cNvPr name="AutoShape 13" id="13"/>
          <p:cNvSpPr/>
          <p:nvPr/>
        </p:nvSpPr>
        <p:spPr>
          <a:xfrm>
            <a:off x="-1194333" y="5687959"/>
            <a:ext cx="194823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9124950" y="3080014"/>
            <a:ext cx="19050" cy="50470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0" y="3080014"/>
            <a:ext cx="188912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1194333" y="8127074"/>
            <a:ext cx="200856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39763"/>
            <a:ext cx="4424742" cy="2903737"/>
          </a:xfrm>
          <a:custGeom>
            <a:avLst/>
            <a:gdLst/>
            <a:ahLst/>
            <a:cxnLst/>
            <a:rect r="r" b="b" t="t" l="l"/>
            <a:pathLst>
              <a:path h="2903737" w="4424742">
                <a:moveTo>
                  <a:pt x="0" y="0"/>
                </a:moveTo>
                <a:lnTo>
                  <a:pt x="4424742" y="0"/>
                </a:lnTo>
                <a:lnTo>
                  <a:pt x="4424742" y="2903737"/>
                </a:lnTo>
                <a:lnTo>
                  <a:pt x="0" y="2903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91248" y="2268196"/>
            <a:ext cx="4600486" cy="2875304"/>
          </a:xfrm>
          <a:custGeom>
            <a:avLst/>
            <a:gdLst/>
            <a:ahLst/>
            <a:cxnLst/>
            <a:rect r="r" b="b" t="t" l="l"/>
            <a:pathLst>
              <a:path h="2875304" w="4600486">
                <a:moveTo>
                  <a:pt x="0" y="0"/>
                </a:moveTo>
                <a:lnTo>
                  <a:pt x="4600486" y="0"/>
                </a:lnTo>
                <a:lnTo>
                  <a:pt x="4600486" y="2875304"/>
                </a:lnTo>
                <a:lnTo>
                  <a:pt x="0" y="2875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1249" y="5143500"/>
            <a:ext cx="4470400" cy="3352800"/>
          </a:xfrm>
          <a:custGeom>
            <a:avLst/>
            <a:gdLst/>
            <a:ahLst/>
            <a:cxnLst/>
            <a:rect r="r" b="b" t="t" l="l"/>
            <a:pathLst>
              <a:path h="3352800" w="4470400">
                <a:moveTo>
                  <a:pt x="0" y="0"/>
                </a:moveTo>
                <a:lnTo>
                  <a:pt x="4470400" y="0"/>
                </a:lnTo>
                <a:lnTo>
                  <a:pt x="44704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96266" y="461713"/>
            <a:ext cx="13495468" cy="101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8"/>
              </a:lnSpc>
            </a:pPr>
            <a:r>
              <a:rPr lang="en-US" sz="59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Will Happen if i get paid more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916" y="5048250"/>
            <a:ext cx="47383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 will be Happy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1248" y="5378516"/>
            <a:ext cx="4522422" cy="100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sz="29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 will see more better work from my side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49227" y="8731316"/>
            <a:ext cx="4522422" cy="49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sz="29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Hashtag will be at peak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460115"/>
            <a:ext cx="1828800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 based on the data you should bless me with</a:t>
            </a: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"/>
            <a:ext cx="18288000" cy="10629900"/>
          </a:xfrm>
          <a:custGeom>
            <a:avLst/>
            <a:gdLst/>
            <a:ahLst/>
            <a:cxnLst/>
            <a:rect r="r" b="b" t="t" l="l"/>
            <a:pathLst>
              <a:path h="10629900" w="18288000">
                <a:moveTo>
                  <a:pt x="0" y="0"/>
                </a:moveTo>
                <a:lnTo>
                  <a:pt x="18288000" y="0"/>
                </a:lnTo>
                <a:lnTo>
                  <a:pt x="18288000" y="10629900"/>
                </a:lnTo>
                <a:lnTo>
                  <a:pt x="0" y="1062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65928" y="4652327"/>
            <a:ext cx="455614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Just Kidding...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5717" y="2102858"/>
            <a:ext cx="6956566" cy="6820163"/>
          </a:xfrm>
          <a:custGeom>
            <a:avLst/>
            <a:gdLst/>
            <a:ahLst/>
            <a:cxnLst/>
            <a:rect r="r" b="b" t="t" l="l"/>
            <a:pathLst>
              <a:path h="6820163" w="6956566">
                <a:moveTo>
                  <a:pt x="0" y="0"/>
                </a:moveTo>
                <a:lnTo>
                  <a:pt x="6956566" y="0"/>
                </a:lnTo>
                <a:lnTo>
                  <a:pt x="6956566" y="6820163"/>
                </a:lnTo>
                <a:lnTo>
                  <a:pt x="0" y="6820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44693" y="159703"/>
            <a:ext cx="579861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 STILL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5717" y="8068904"/>
            <a:ext cx="6956566" cy="83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8"/>
              </a:lnSpc>
            </a:pPr>
            <a:r>
              <a:rPr lang="en-US" sz="48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Salary Badha do Saheb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3200" y="8827771"/>
            <a:ext cx="32144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because...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6475" y="856952"/>
            <a:ext cx="16635049" cy="8557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months. 30+ brands. 15+ Tasks.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this internship I didn't just execute tasks, I owned outcomes. From writing 12 scripts for a single real estate client to producing a 1.8M+ views reel and on-camera talent 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every deliverable was built on raw creative output with minimal AI involvement.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Majority </a:t>
            </a: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 Skills Proven: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 Ads Management · Scriptwriting · Content Production · Talking Head &amp; UGC Videos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 Skills Demonstrated: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under pressure · Creative problem solving · Speed without compromising quality · Adaptability across 13 industries · Ownership mentality · Team support across 4 seniors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the numbers: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5+ on-camera videos · 25+ scripts · 10+ campaigns </a:t>
            </a:r>
          </a:p>
          <a:p>
            <a:pPr algn="ctr">
              <a:lnSpc>
                <a:spcPts val="4513"/>
              </a:lnSpc>
            </a:pPr>
            <a:r>
              <a:rPr lang="en-US" sz="322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 didn't come here to complete an internship. I came to prove what I'm worth.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108276"/>
          </a:xfrm>
          <a:custGeom>
            <a:avLst/>
            <a:gdLst/>
            <a:ahLst/>
            <a:cxnLst/>
            <a:rect r="r" b="b" t="t" l="l"/>
            <a:pathLst>
              <a:path h="10108276" w="18288000">
                <a:moveTo>
                  <a:pt x="0" y="0"/>
                </a:moveTo>
                <a:lnTo>
                  <a:pt x="18288000" y="0"/>
                </a:lnTo>
                <a:lnTo>
                  <a:pt x="18288000" y="10108276"/>
                </a:lnTo>
                <a:lnTo>
                  <a:pt x="0" y="10108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55196" y="3905790"/>
            <a:ext cx="9377608" cy="222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81"/>
              </a:lnSpc>
            </a:pPr>
            <a:r>
              <a:rPr lang="en-US" sz="1305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THANKYOU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DAHIoSbYtMc</dc:identifier>
  <dcterms:modified xsi:type="dcterms:W3CDTF">2011-08-01T06:04:30Z</dcterms:modified>
  <cp:revision>1</cp:revision>
  <dc:title>Internship Performance Report </dc:title>
</cp:coreProperties>
</file>